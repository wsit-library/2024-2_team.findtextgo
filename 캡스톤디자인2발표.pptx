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retendard Bold"/>
      <p:bold r:id="rId14"/>
    </p:embeddedFont>
    <p:embeddedFont>
      <p:font typeface="Pretendard Light"/>
      <p:regular r:id="rId15"/>
    </p:embeddedFont>
    <p:embeddedFont>
      <p:font typeface="Pretendard Regular"/>
      <p:regular r:id="rId16"/>
    </p:embeddedFont>
    <p:embeddedFont>
      <p:font typeface="Pretendard SemiBold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.fntdata" Type="http://schemas.openxmlformats.org/officeDocument/2006/relationships/font"/><Relationship Id="rId15" Target="fonts/font2.fntdata" Type="http://schemas.openxmlformats.org/officeDocument/2006/relationships/font"/><Relationship Id="rId16" Target="fonts/font3.fntdata" Type="http://schemas.openxmlformats.org/officeDocument/2006/relationships/font"/><Relationship Id="rId17" Target="fonts/font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50800" y="5575300"/>
            <a:ext cx="18389600" cy="4762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 rot="0">
            <a:off x="723900" y="1193800"/>
            <a:ext cx="16840200" cy="7912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 rot="0">
            <a:off x="-101600" y="-101600"/>
            <a:ext cx="8001000" cy="5600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286000" y="4559300"/>
            <a:ext cx="13716000" cy="1117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7109"/>
              </a:lnSpc>
            </a:pPr>
            <a:r>
              <a:rPr lang="ko-KR" sz="6300" b="false" i="false" u="none" strike="noStrike" spc="-300">
                <a:solidFill>
                  <a:srgbClr val="91C9E3"/>
                </a:solidFill>
                <a:ea typeface="Pretendard Bold"/>
              </a:rPr>
              <a:t>광학</a:t>
            </a:r>
            <a:r>
              <a:rPr lang="en-US" sz="6300" b="false" i="false" u="none" strike="noStrike" spc="-300">
                <a:solidFill>
                  <a:srgbClr val="91C9E3"/>
                </a:solidFill>
                <a:latin typeface="Pretendard Bold"/>
              </a:rPr>
              <a:t> </a:t>
            </a:r>
            <a:r>
              <a:rPr lang="ko-KR" sz="6300" b="false" i="false" u="none" strike="noStrike" spc="-300">
                <a:solidFill>
                  <a:srgbClr val="91C9E3"/>
                </a:solidFill>
                <a:ea typeface="Pretendard Bold"/>
              </a:rPr>
              <a:t>문자</a:t>
            </a:r>
            <a:r>
              <a:rPr lang="en-US" sz="6300" b="false" i="false" u="none" strike="noStrike" spc="-300">
                <a:solidFill>
                  <a:srgbClr val="91C9E3"/>
                </a:solidFill>
                <a:latin typeface="Pretendard Bold"/>
              </a:rPr>
              <a:t> </a:t>
            </a:r>
            <a:r>
              <a:rPr lang="ko-KR" sz="6300" b="false" i="false" u="none" strike="noStrike" spc="-300">
                <a:solidFill>
                  <a:srgbClr val="91C9E3"/>
                </a:solidFill>
                <a:ea typeface="Pretendard Bold"/>
              </a:rPr>
              <a:t>인식</a:t>
            </a:r>
            <a:r>
              <a:rPr lang="en-US" sz="6300" b="false" i="false" u="none" strike="noStrike" spc="-300">
                <a:solidFill>
                  <a:srgbClr val="91C9E3"/>
                </a:solidFill>
                <a:latin typeface="Pretendard Bold"/>
              </a:rPr>
              <a:t> </a:t>
            </a:r>
            <a:r>
              <a:rPr lang="ko-KR" sz="6300" b="false" i="false" u="none" strike="noStrike" spc="-300">
                <a:solidFill>
                  <a:srgbClr val="91C9E3"/>
                </a:solidFill>
                <a:ea typeface="Pretendard Bold"/>
              </a:rPr>
              <a:t>통한</a:t>
            </a:r>
            <a:r>
              <a:rPr lang="en-US" sz="6300" b="false" i="false" u="none" strike="noStrike" spc="-300">
                <a:solidFill>
                  <a:srgbClr val="91C9E3"/>
                </a:solidFill>
                <a:latin typeface="Pretendard Bold"/>
              </a:rPr>
              <a:t> </a:t>
            </a:r>
            <a:r>
              <a:rPr lang="ko-KR" sz="6300" b="false" i="false" u="none" strike="noStrike" spc="-300">
                <a:solidFill>
                  <a:srgbClr val="91C9E3"/>
                </a:solidFill>
                <a:ea typeface="Pretendard Bold"/>
              </a:rPr>
              <a:t>문서</a:t>
            </a:r>
            <a:r>
              <a:rPr lang="en-US" sz="6300" b="false" i="false" u="none" strike="noStrike" spc="-300">
                <a:solidFill>
                  <a:srgbClr val="91C9E3"/>
                </a:solidFill>
                <a:latin typeface="Pretendard Bold"/>
              </a:rPr>
              <a:t> </a:t>
            </a:r>
            <a:r>
              <a:rPr lang="ko-KR" sz="6300" b="false" i="false" u="none" strike="noStrike" spc="-300">
                <a:solidFill>
                  <a:srgbClr val="91C9E3"/>
                </a:solidFill>
                <a:ea typeface="Pretendard Bold"/>
              </a:rPr>
              <a:t>텍스트</a:t>
            </a:r>
            <a:r>
              <a:rPr lang="en-US" sz="6300" b="false" i="false" u="none" strike="noStrike" spc="-300">
                <a:solidFill>
                  <a:srgbClr val="91C9E3"/>
                </a:solidFill>
                <a:latin typeface="Pretendard Bold"/>
              </a:rPr>
              <a:t> </a:t>
            </a:r>
            <a:r>
              <a:rPr lang="ko-KR" sz="6300" b="false" i="false" u="none" strike="noStrike" spc="-300">
                <a:solidFill>
                  <a:srgbClr val="91C9E3"/>
                </a:solidFill>
                <a:ea typeface="Pretendard Bold"/>
              </a:rPr>
              <a:t>검색</a:t>
            </a:r>
            <a:r>
              <a:rPr lang="en-US" sz="6300" b="false" i="false" u="none" strike="noStrike" spc="-300">
                <a:solidFill>
                  <a:srgbClr val="91C9E3"/>
                </a:solidFill>
                <a:latin typeface="Pretendard Bold"/>
              </a:rPr>
              <a:t> </a:t>
            </a:r>
            <a:r>
              <a:rPr lang="ko-KR" sz="6300" b="false" i="false" u="none" strike="noStrike" spc="-300">
                <a:solidFill>
                  <a:srgbClr val="91C9E3"/>
                </a:solidFill>
                <a:ea typeface="Pretendard Bold"/>
              </a:rPr>
              <a:t>시스템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05400" y="3124200"/>
            <a:ext cx="8064500" cy="53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2919"/>
              </a:lnSpc>
            </a:pPr>
            <a:r>
              <a:rPr lang="ko-KR" sz="3000" b="false" i="false" u="none" strike="noStrike" spc="-200">
                <a:solidFill>
                  <a:srgbClr val="3D3D3D"/>
                </a:solidFill>
                <a:ea typeface="Pretendard Light"/>
              </a:rPr>
              <a:t>캡스톤디자인</a:t>
            </a:r>
            <a:r>
              <a:rPr lang="en-US" sz="3000" b="false" i="false" u="none" strike="noStrike" spc="-200">
                <a:solidFill>
                  <a:srgbClr val="3D3D3D"/>
                </a:solidFill>
                <a:latin typeface="Pretendard Light"/>
              </a:rPr>
              <a:t>2 15</a:t>
            </a:r>
            <a:r>
              <a:rPr lang="ko-KR" sz="3000" b="false" i="false" u="none" strike="noStrike" spc="-200">
                <a:solidFill>
                  <a:srgbClr val="3D3D3D"/>
                </a:solidFill>
                <a:ea typeface="Pretendard Light"/>
              </a:rPr>
              <a:t>주차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63600" y="7950200"/>
            <a:ext cx="3822700" cy="990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23294A"/>
                </a:solidFill>
                <a:latin typeface="Pretendard Regular"/>
              </a:rPr>
              <a:t>201910692 </a:t>
            </a:r>
            <a:r>
              <a:rPr lang="ko-KR" sz="2800" b="false" i="false" u="none" strike="noStrike">
                <a:solidFill>
                  <a:srgbClr val="23294A"/>
                </a:solidFill>
                <a:ea typeface="Pretendard Regular"/>
              </a:rPr>
              <a:t>윤동희</a:t>
            </a:r>
          </a:p>
          <a:p>
            <a:pPr algn="ctr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23294A"/>
                </a:solidFill>
                <a:latin typeface="Pretendard Regular"/>
              </a:rPr>
              <a:t>201910706 </a:t>
            </a:r>
            <a:r>
              <a:rPr lang="ko-KR" sz="2800" b="false" i="false" u="none" strike="noStrike">
                <a:solidFill>
                  <a:srgbClr val="23294A"/>
                </a:solidFill>
                <a:ea typeface="Pretendard Regular"/>
              </a:rPr>
              <a:t>조수범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5575300"/>
            <a:ext cx="18389600" cy="4711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 rot="0">
            <a:off x="279400" y="304800"/>
            <a:ext cx="17691100" cy="9677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05100" y="4127500"/>
            <a:ext cx="1104900" cy="736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4200" b="false" i="false" u="none" strike="noStrike">
                <a:solidFill>
                  <a:srgbClr val="91C9E3"/>
                </a:solidFill>
                <a:latin typeface="Pretendard SemiBold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73200" y="4953000"/>
            <a:ext cx="3492500" cy="558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1300"/>
              </a:lnSpc>
            </a:pPr>
            <a:r>
              <a:rPr lang="ko-KR" sz="3100" b="false" i="false" u="none" strike="noStrike">
                <a:solidFill>
                  <a:srgbClr val="23294A"/>
                </a:solidFill>
                <a:ea typeface="Pretendard SemiBold"/>
              </a:rPr>
              <a:t>프로젝트</a:t>
            </a:r>
            <a:r>
              <a:rPr lang="en-US" sz="3100" b="false" i="false" u="none" strike="noStrike">
                <a:solidFill>
                  <a:srgbClr val="23294A"/>
                </a:solidFill>
                <a:latin typeface="Pretendard SemiBold"/>
              </a:rPr>
              <a:t> </a:t>
            </a:r>
            <a:r>
              <a:rPr lang="ko-KR" sz="3100" b="false" i="false" u="none" strike="noStrike">
                <a:solidFill>
                  <a:srgbClr val="23294A"/>
                </a:solidFill>
                <a:ea typeface="Pretendard SemiBold"/>
              </a:rPr>
              <a:t>개발동기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47400" y="4152900"/>
            <a:ext cx="812800" cy="749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4200" b="false" i="false" u="none" strike="noStrike">
                <a:solidFill>
                  <a:srgbClr val="91C9E3"/>
                </a:solidFill>
                <a:latin typeface="Pretendard SemiBold"/>
              </a:rPr>
              <a:t>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63100" y="4965700"/>
            <a:ext cx="3492500" cy="558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1300"/>
              </a:lnSpc>
            </a:pPr>
            <a:r>
              <a:rPr lang="ko-KR" sz="3100" b="false" i="false" u="none" strike="noStrike">
                <a:solidFill>
                  <a:srgbClr val="23294A"/>
                </a:solidFill>
                <a:ea typeface="Pretendard SemiBold"/>
              </a:rPr>
              <a:t>프로젝트</a:t>
            </a:r>
            <a:r>
              <a:rPr lang="en-US" sz="3100" b="false" i="false" u="none" strike="noStrike">
                <a:solidFill>
                  <a:srgbClr val="23294A"/>
                </a:solidFill>
                <a:latin typeface="Pretendard SemiBold"/>
              </a:rPr>
              <a:t> </a:t>
            </a:r>
            <a:r>
              <a:rPr lang="ko-KR" sz="3100" b="false" i="false" u="none" strike="noStrike">
                <a:solidFill>
                  <a:srgbClr val="23294A"/>
                </a:solidFill>
                <a:ea typeface="Pretendard SemiBold"/>
              </a:rPr>
              <a:t>기능</a:t>
            </a:r>
            <a:r>
              <a:rPr lang="en-US" sz="3100" b="false" i="false" u="none" strike="noStrike">
                <a:solidFill>
                  <a:srgbClr val="23294A"/>
                </a:solidFill>
                <a:latin typeface="Pretendard SemiBold"/>
              </a:rPr>
              <a:t> </a:t>
            </a:r>
            <a:r>
              <a:rPr lang="ko-KR" sz="3100" b="false" i="false" u="none" strike="noStrike">
                <a:solidFill>
                  <a:srgbClr val="23294A"/>
                </a:solidFill>
                <a:ea typeface="Pretendard SemiBold"/>
              </a:rPr>
              <a:t>및</a:t>
            </a:r>
            <a:r>
              <a:rPr lang="en-US" sz="3100" b="false" i="false" u="none" strike="noStrike">
                <a:solidFill>
                  <a:srgbClr val="23294A"/>
                </a:solidFill>
                <a:latin typeface="Pretendard SemiBold"/>
              </a:rPr>
              <a:t> UI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478000" y="4267200"/>
            <a:ext cx="1104900" cy="749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4200" b="false" i="false" u="none" strike="noStrike">
                <a:solidFill>
                  <a:srgbClr val="91C9E3"/>
                </a:solidFill>
                <a:latin typeface="Pretendard SemiBold"/>
              </a:rPr>
              <a:t>04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33400" y="4991100"/>
            <a:ext cx="35814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1300"/>
              </a:lnSpc>
            </a:pPr>
            <a:r>
              <a:rPr lang="en-US" sz="3200" b="false" i="false" u="none" strike="noStrike">
                <a:solidFill>
                  <a:srgbClr val="23294A"/>
                </a:solidFill>
                <a:latin typeface="Pretendard SemiBold"/>
              </a:rPr>
              <a:t> </a:t>
            </a:r>
            <a:r>
              <a:rPr lang="ko-KR" sz="3200" b="false" i="false" u="none" strike="noStrike">
                <a:solidFill>
                  <a:srgbClr val="23294A"/>
                </a:solidFill>
                <a:ea typeface="Pretendard SemiBold"/>
              </a:rPr>
              <a:t>차별점</a:t>
            </a:r>
            <a:r>
              <a:rPr lang="en-US" sz="3200" b="false" i="false" u="none" strike="noStrike">
                <a:solidFill>
                  <a:srgbClr val="23294A"/>
                </a:solidFill>
                <a:latin typeface="Pretendard SemiBold"/>
              </a:rPr>
              <a:t> </a:t>
            </a:r>
            <a:r>
              <a:rPr lang="ko-KR" sz="3200" b="false" i="false" u="none" strike="noStrike">
                <a:solidFill>
                  <a:srgbClr val="23294A"/>
                </a:solidFill>
                <a:ea typeface="Pretendard SemiBold"/>
              </a:rPr>
              <a:t>및</a:t>
            </a:r>
            <a:r>
              <a:rPr lang="en-US" sz="3200" b="false" i="false" u="none" strike="noStrike">
                <a:solidFill>
                  <a:srgbClr val="23294A"/>
                </a:solidFill>
                <a:latin typeface="Pretendard SemiBold"/>
              </a:rPr>
              <a:t> </a:t>
            </a:r>
            <a:r>
              <a:rPr lang="ko-KR" sz="3200" b="false" i="false" u="none" strike="noStrike">
                <a:solidFill>
                  <a:srgbClr val="23294A"/>
                </a:solidFill>
                <a:ea typeface="Pretendard SemiBold"/>
              </a:rPr>
              <a:t>기대효과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87900" y="1206500"/>
            <a:ext cx="87122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3710"/>
              </a:lnSpc>
            </a:pPr>
            <a:r>
              <a:rPr lang="en-US" sz="2400" b="false" i="false" u="none" strike="noStrike">
                <a:solidFill>
                  <a:srgbClr val="91C9E3"/>
                </a:solidFill>
                <a:latin typeface="Pretendard Regular"/>
              </a:rPr>
              <a:t>CONTENTS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37100" y="1638300"/>
            <a:ext cx="8826500" cy="1206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2919"/>
              </a:lnSpc>
            </a:pPr>
            <a:r>
              <a:rPr lang="ko-KR" sz="6800" b="false" i="false" u="none" strike="noStrike">
                <a:solidFill>
                  <a:srgbClr val="23294A"/>
                </a:solidFill>
                <a:ea typeface="Pretendard Bold"/>
              </a:rPr>
              <a:t>목차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27800" y="4229100"/>
            <a:ext cx="1104900" cy="749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4200" b="false" i="false" u="none" strike="noStrike">
                <a:solidFill>
                  <a:srgbClr val="91C9E3"/>
                </a:solidFill>
                <a:latin typeface="Pretendard Semi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83200" y="4953000"/>
            <a:ext cx="35814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1300"/>
              </a:lnSpc>
            </a:pPr>
            <a:r>
              <a:rPr lang="ko-KR" sz="3200" b="false" i="false" u="none" strike="noStrike">
                <a:solidFill>
                  <a:srgbClr val="23294A"/>
                </a:solidFill>
                <a:ea typeface="Pretendard SemiBold"/>
              </a:rPr>
              <a:t>언어</a:t>
            </a:r>
            <a:r>
              <a:rPr lang="en-US" sz="3200" b="false" i="false" u="none" strike="noStrike">
                <a:solidFill>
                  <a:srgbClr val="23294A"/>
                </a:solidFill>
                <a:latin typeface="Pretendard SemiBold"/>
              </a:rPr>
              <a:t> </a:t>
            </a:r>
            <a:r>
              <a:rPr lang="ko-KR" sz="3200" b="false" i="false" u="none" strike="noStrike">
                <a:solidFill>
                  <a:srgbClr val="23294A"/>
                </a:solidFill>
                <a:ea typeface="Pretendard SemiBold"/>
              </a:rPr>
              <a:t>및</a:t>
            </a:r>
            <a:r>
              <a:rPr lang="en-US" sz="3200" b="false" i="false" u="none" strike="noStrike">
                <a:solidFill>
                  <a:srgbClr val="23294A"/>
                </a:solidFill>
                <a:latin typeface="Pretendard SemiBold"/>
              </a:rPr>
              <a:t> </a:t>
            </a:r>
            <a:r>
              <a:rPr lang="ko-KR" sz="3200" b="false" i="false" u="none" strike="noStrike">
                <a:solidFill>
                  <a:srgbClr val="23294A"/>
                </a:solidFill>
                <a:ea typeface="Pretendard SemiBold"/>
              </a:rPr>
              <a:t>프레임워크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5575300"/>
            <a:ext cx="18389600" cy="4711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 rot="0">
            <a:off x="279400" y="304800"/>
            <a:ext cx="17691100" cy="9677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68500" y="1993900"/>
            <a:ext cx="6019800" cy="77851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4889500" y="787400"/>
            <a:ext cx="8826500" cy="1206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2919"/>
              </a:lnSpc>
            </a:pPr>
            <a:r>
              <a:rPr lang="en-US" sz="6800" b="false" i="false" u="none" strike="noStrike">
                <a:solidFill>
                  <a:srgbClr val="23294A"/>
                </a:solidFill>
                <a:latin typeface="Pretendard Bold"/>
              </a:rPr>
              <a:t>1. </a:t>
            </a:r>
            <a:r>
              <a:rPr lang="ko-KR" sz="6800" b="false" i="false" u="none" strike="noStrike">
                <a:solidFill>
                  <a:srgbClr val="23294A"/>
                </a:solidFill>
                <a:ea typeface="Pretendard Bold"/>
              </a:rPr>
              <a:t>프로젝트</a:t>
            </a:r>
            <a:r>
              <a:rPr lang="en-US" sz="6800" b="false" i="false" u="none" strike="noStrike">
                <a:solidFill>
                  <a:srgbClr val="23294A"/>
                </a:solidFill>
                <a:latin typeface="Pretendard Bold"/>
              </a:rPr>
              <a:t> </a:t>
            </a:r>
            <a:r>
              <a:rPr lang="ko-KR" sz="6800" b="false" i="false" u="none" strike="noStrike">
                <a:solidFill>
                  <a:srgbClr val="23294A"/>
                </a:solidFill>
                <a:ea typeface="Pretendard Bold"/>
              </a:rPr>
              <a:t>개발동기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978900" y="3810000"/>
            <a:ext cx="7480300" cy="8255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9766300" y="3975100"/>
            <a:ext cx="59690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ko-KR" sz="2600" b="false" i="false" u="none" strike="noStrike">
                <a:solidFill>
                  <a:srgbClr val="23294A"/>
                </a:solidFill>
                <a:ea typeface="Pretendard Regular"/>
              </a:rPr>
              <a:t>많은</a:t>
            </a:r>
            <a:r>
              <a:rPr lang="en-US" sz="2600" b="false" i="false" u="none" strike="noStrike">
                <a:solidFill>
                  <a:srgbClr val="23294A"/>
                </a:solidFill>
                <a:latin typeface="Pretendard Regular"/>
              </a:rPr>
              <a:t> </a:t>
            </a:r>
            <a:r>
              <a:rPr lang="ko-KR" sz="2600" b="false" i="false" u="none" strike="noStrike">
                <a:solidFill>
                  <a:srgbClr val="23294A"/>
                </a:solidFill>
                <a:ea typeface="Pretendard Regular"/>
              </a:rPr>
              <a:t>양의</a:t>
            </a:r>
            <a:r>
              <a:rPr lang="en-US" sz="2600" b="false" i="false" u="none" strike="noStrike">
                <a:solidFill>
                  <a:srgbClr val="23294A"/>
                </a:solidFill>
                <a:latin typeface="Pretendard Regular"/>
              </a:rPr>
              <a:t> </a:t>
            </a:r>
            <a:r>
              <a:rPr lang="ko-KR" sz="2600" b="false" i="false" u="none" strike="noStrike">
                <a:solidFill>
                  <a:srgbClr val="23294A"/>
                </a:solidFill>
                <a:ea typeface="Pretendard Regular"/>
              </a:rPr>
              <a:t>문서</a:t>
            </a:r>
            <a:r>
              <a:rPr lang="en-US" sz="2600" b="false" i="false" u="none" strike="noStrike">
                <a:solidFill>
                  <a:srgbClr val="23294A"/>
                </a:solidFill>
                <a:latin typeface="Pretendard Regular"/>
              </a:rPr>
              <a:t> </a:t>
            </a:r>
            <a:r>
              <a:rPr lang="ko-KR" sz="2600" b="false" i="false" u="none" strike="noStrike">
                <a:solidFill>
                  <a:srgbClr val="23294A"/>
                </a:solidFill>
                <a:ea typeface="Pretendard Regular"/>
              </a:rPr>
              <a:t>관리</a:t>
            </a:r>
            <a:r>
              <a:rPr lang="en-US" sz="2600" b="false" i="false" u="none" strike="noStrike">
                <a:solidFill>
                  <a:srgbClr val="23294A"/>
                </a:solidFill>
                <a:latin typeface="Pretendard Regular"/>
              </a:rPr>
              <a:t> </a:t>
            </a:r>
            <a:r>
              <a:rPr lang="ko-KR" sz="2600" b="false" i="false" u="none" strike="noStrike">
                <a:solidFill>
                  <a:srgbClr val="23294A"/>
                </a:solidFill>
                <a:ea typeface="Pretendard Regular"/>
              </a:rPr>
              <a:t>제한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004300" y="5308600"/>
            <a:ext cx="7480300" cy="8255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9842500" y="5486400"/>
            <a:ext cx="59690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ko-KR" sz="2600" b="false" i="false" u="none" strike="noStrike">
                <a:solidFill>
                  <a:srgbClr val="23294A"/>
                </a:solidFill>
                <a:ea typeface="Pretendard Regular"/>
              </a:rPr>
              <a:t>문서</a:t>
            </a:r>
            <a:r>
              <a:rPr lang="en-US" sz="2600" b="false" i="false" u="none" strike="noStrike">
                <a:solidFill>
                  <a:srgbClr val="23294A"/>
                </a:solidFill>
                <a:latin typeface="Pretendard Regular"/>
              </a:rPr>
              <a:t> </a:t>
            </a:r>
            <a:r>
              <a:rPr lang="ko-KR" sz="2600" b="false" i="false" u="none" strike="noStrike">
                <a:solidFill>
                  <a:srgbClr val="23294A"/>
                </a:solidFill>
                <a:ea typeface="Pretendard Regular"/>
              </a:rPr>
              <a:t>검색</a:t>
            </a:r>
            <a:r>
              <a:rPr lang="en-US" sz="2600" b="false" i="false" u="none" strike="noStrike">
                <a:solidFill>
                  <a:srgbClr val="23294A"/>
                </a:solidFill>
                <a:latin typeface="Pretendard Regular"/>
              </a:rPr>
              <a:t> </a:t>
            </a:r>
            <a:r>
              <a:rPr lang="ko-KR" sz="2600" b="false" i="false" u="none" strike="noStrike">
                <a:solidFill>
                  <a:srgbClr val="23294A"/>
                </a:solidFill>
                <a:ea typeface="Pretendard Regular"/>
              </a:rPr>
              <a:t>시</a:t>
            </a:r>
            <a:r>
              <a:rPr lang="en-US" sz="2600" b="false" i="false" u="none" strike="noStrike">
                <a:solidFill>
                  <a:srgbClr val="23294A"/>
                </a:solidFill>
                <a:latin typeface="Pretendard Regular"/>
              </a:rPr>
              <a:t> </a:t>
            </a:r>
            <a:r>
              <a:rPr lang="ko-KR" sz="2600" b="false" i="false" u="none" strike="noStrike">
                <a:solidFill>
                  <a:srgbClr val="23294A"/>
                </a:solidFill>
                <a:ea typeface="Pretendard Regular"/>
              </a:rPr>
              <a:t>소요</a:t>
            </a:r>
            <a:r>
              <a:rPr lang="en-US" sz="2600" b="false" i="false" u="none" strike="noStrike">
                <a:solidFill>
                  <a:srgbClr val="23294A"/>
                </a:solidFill>
                <a:latin typeface="Pretendard Regular"/>
              </a:rPr>
              <a:t> </a:t>
            </a:r>
            <a:r>
              <a:rPr lang="ko-KR" sz="2600" b="false" i="false" u="none" strike="noStrike">
                <a:solidFill>
                  <a:srgbClr val="23294A"/>
                </a:solidFill>
                <a:ea typeface="Pretendard Regular"/>
              </a:rPr>
              <a:t>시간과</a:t>
            </a:r>
            <a:r>
              <a:rPr lang="en-US" sz="2600" b="false" i="false" u="none" strike="noStrike">
                <a:solidFill>
                  <a:srgbClr val="23294A"/>
                </a:solidFill>
                <a:latin typeface="Pretendard Regular"/>
              </a:rPr>
              <a:t> </a:t>
            </a:r>
            <a:r>
              <a:rPr lang="ko-KR" sz="2600" b="false" i="false" u="none" strike="noStrike">
                <a:solidFill>
                  <a:srgbClr val="23294A"/>
                </a:solidFill>
                <a:ea typeface="Pretendard Regular"/>
              </a:rPr>
              <a:t>인력</a:t>
            </a:r>
            <a:r>
              <a:rPr lang="en-US" sz="2600" b="false" i="false" u="none" strike="noStrike">
                <a:solidFill>
                  <a:srgbClr val="23294A"/>
                </a:solidFill>
                <a:latin typeface="Pretendard Regular"/>
              </a:rPr>
              <a:t> </a:t>
            </a:r>
            <a:r>
              <a:rPr lang="ko-KR" sz="2600" b="false" i="false" u="none" strike="noStrike">
                <a:solidFill>
                  <a:srgbClr val="23294A"/>
                </a:solidFill>
                <a:ea typeface="Pretendard Regular"/>
              </a:rPr>
              <a:t>투입의</a:t>
            </a:r>
            <a:r>
              <a:rPr lang="en-US" sz="2600" b="false" i="false" u="none" strike="noStrike">
                <a:solidFill>
                  <a:srgbClr val="23294A"/>
                </a:solidFill>
                <a:latin typeface="Pretendard Regular"/>
              </a:rPr>
              <a:t> </a:t>
            </a:r>
            <a:r>
              <a:rPr lang="ko-KR" sz="2600" b="false" i="false" u="none" strike="noStrike">
                <a:solidFill>
                  <a:srgbClr val="23294A"/>
                </a:solidFill>
                <a:ea typeface="Pretendard Regular"/>
              </a:rPr>
              <a:t>제한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004300" y="7023100"/>
            <a:ext cx="7480300" cy="8255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9728200" y="7200900"/>
            <a:ext cx="59690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ko-KR" sz="2600" b="false" i="false" u="none" strike="noStrike">
                <a:solidFill>
                  <a:srgbClr val="23294A"/>
                </a:solidFill>
                <a:ea typeface="Pretendard Regular"/>
              </a:rPr>
              <a:t>이미지</a:t>
            </a:r>
            <a:r>
              <a:rPr lang="en-US" sz="2600" b="false" i="false" u="none" strike="noStrike">
                <a:solidFill>
                  <a:srgbClr val="23294A"/>
                </a:solidFill>
                <a:latin typeface="Pretendard Regular"/>
              </a:rPr>
              <a:t> </a:t>
            </a:r>
            <a:r>
              <a:rPr lang="ko-KR" sz="2600" b="false" i="false" u="none" strike="noStrike">
                <a:solidFill>
                  <a:srgbClr val="23294A"/>
                </a:solidFill>
                <a:ea typeface="Pretendard Regular"/>
              </a:rPr>
              <a:t>글자</a:t>
            </a:r>
            <a:r>
              <a:rPr lang="en-US" sz="2600" b="false" i="false" u="none" strike="noStrike">
                <a:solidFill>
                  <a:srgbClr val="23294A"/>
                </a:solidFill>
                <a:latin typeface="Pretendard Regular"/>
              </a:rPr>
              <a:t> </a:t>
            </a:r>
            <a:r>
              <a:rPr lang="ko-KR" sz="2600" b="false" i="false" u="none" strike="noStrike">
                <a:solidFill>
                  <a:srgbClr val="23294A"/>
                </a:solidFill>
                <a:ea typeface="Pretendard Regular"/>
              </a:rPr>
              <a:t>추출</a:t>
            </a:r>
            <a:r>
              <a:rPr lang="en-US" sz="2600" b="false" i="false" u="none" strike="noStrike">
                <a:solidFill>
                  <a:srgbClr val="23294A"/>
                </a:solidFill>
                <a:latin typeface="Pretendard Regular"/>
              </a:rPr>
              <a:t> </a:t>
            </a:r>
            <a:r>
              <a:rPr lang="ko-KR" sz="2600" b="false" i="false" u="none" strike="noStrike">
                <a:solidFill>
                  <a:srgbClr val="23294A"/>
                </a:solidFill>
                <a:ea typeface="Pretendard Regular"/>
              </a:rPr>
              <a:t>제한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5575300"/>
            <a:ext cx="18389600" cy="4711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 rot="0">
            <a:off x="279400" y="304800"/>
            <a:ext cx="17691100" cy="9677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889500" y="787400"/>
            <a:ext cx="8826500" cy="1206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2919"/>
              </a:lnSpc>
            </a:pPr>
            <a:r>
              <a:rPr lang="en-US" sz="6800" b="false" i="false" u="none" strike="noStrike">
                <a:solidFill>
                  <a:srgbClr val="23294A"/>
                </a:solidFill>
                <a:latin typeface="Pretendard Bold"/>
              </a:rPr>
              <a:t>2. </a:t>
            </a:r>
            <a:r>
              <a:rPr lang="ko-KR" sz="6800" b="false" i="false" u="none" strike="noStrike">
                <a:solidFill>
                  <a:srgbClr val="23294A"/>
                </a:solidFill>
                <a:ea typeface="Pretendard Bold"/>
              </a:rPr>
              <a:t>언어</a:t>
            </a:r>
            <a:r>
              <a:rPr lang="en-US" sz="6800" b="false" i="false" u="none" strike="noStrike">
                <a:solidFill>
                  <a:srgbClr val="23294A"/>
                </a:solidFill>
                <a:latin typeface="Pretendard Bold"/>
              </a:rPr>
              <a:t> </a:t>
            </a:r>
            <a:r>
              <a:rPr lang="ko-KR" sz="6800" b="false" i="false" u="none" strike="noStrike">
                <a:solidFill>
                  <a:srgbClr val="23294A"/>
                </a:solidFill>
                <a:ea typeface="Pretendard Bold"/>
              </a:rPr>
              <a:t>및</a:t>
            </a:r>
            <a:r>
              <a:rPr lang="en-US" sz="6800" b="false" i="false" u="none" strike="noStrike">
                <a:solidFill>
                  <a:srgbClr val="23294A"/>
                </a:solidFill>
                <a:latin typeface="Pretendard Bold"/>
              </a:rPr>
              <a:t> </a:t>
            </a:r>
            <a:r>
              <a:rPr lang="ko-KR" sz="6800" b="false" i="false" u="none" strike="noStrike">
                <a:solidFill>
                  <a:srgbClr val="23294A"/>
                </a:solidFill>
                <a:ea typeface="Pretendard Bold"/>
              </a:rPr>
              <a:t>프레임</a:t>
            </a:r>
            <a:r>
              <a:rPr lang="en-US" sz="6800" b="false" i="false" u="none" strike="noStrike">
                <a:solidFill>
                  <a:srgbClr val="23294A"/>
                </a:solidFill>
                <a:latin typeface="Pretendard Bold"/>
              </a:rPr>
              <a:t> </a:t>
            </a:r>
            <a:r>
              <a:rPr lang="ko-KR" sz="6800" b="false" i="false" u="none" strike="noStrike">
                <a:solidFill>
                  <a:srgbClr val="23294A"/>
                </a:solidFill>
                <a:ea typeface="Pretendard Bold"/>
              </a:rPr>
              <a:t>워크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59000" y="3441700"/>
            <a:ext cx="3848100" cy="5181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213600" y="3454400"/>
            <a:ext cx="3848100" cy="5181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420600" y="3454400"/>
            <a:ext cx="3848100" cy="5181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628900" y="3911600"/>
            <a:ext cx="2895600" cy="2895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628900" y="4394200"/>
            <a:ext cx="2946400" cy="19431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2159000" y="7112000"/>
            <a:ext cx="38989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400" b="false" i="false" u="none" strike="noStrike">
                <a:solidFill>
                  <a:srgbClr val="23294A"/>
                </a:solidFill>
                <a:ea typeface="Pretendard SemiBold"/>
              </a:rPr>
              <a:t>프론트엔드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70800" y="3937000"/>
            <a:ext cx="2895600" cy="28956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7188200" y="7124700"/>
            <a:ext cx="38989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400" b="false" i="false" u="none" strike="noStrike">
                <a:solidFill>
                  <a:srgbClr val="23294A"/>
                </a:solidFill>
                <a:ea typeface="Pretendard SemiBold"/>
              </a:rPr>
              <a:t>백엔드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865100" y="3937000"/>
            <a:ext cx="2895600" cy="2895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309600" y="4635500"/>
            <a:ext cx="2070100" cy="1485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861300" y="4762500"/>
            <a:ext cx="2514600" cy="13589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2395200" y="7124700"/>
            <a:ext cx="38989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400" b="false" i="false" u="none" strike="noStrike">
                <a:solidFill>
                  <a:srgbClr val="23294A"/>
                </a:solidFill>
                <a:ea typeface="Pretendard SemiBold"/>
              </a:rPr>
              <a:t>데이터베이스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5575300"/>
            <a:ext cx="18389600" cy="4711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 rot="0">
            <a:off x="279400" y="304800"/>
            <a:ext cx="17691100" cy="9677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737100" y="520700"/>
            <a:ext cx="8826500" cy="1206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2919"/>
              </a:lnSpc>
            </a:pPr>
            <a:r>
              <a:rPr lang="en-US" sz="6800" b="false" i="false" u="none" strike="noStrike">
                <a:solidFill>
                  <a:srgbClr val="23294A"/>
                </a:solidFill>
                <a:latin typeface="Pretendard Bold"/>
              </a:rPr>
              <a:t>3. </a:t>
            </a:r>
            <a:r>
              <a:rPr lang="ko-KR" sz="6800" b="false" i="false" u="none" strike="noStrike">
                <a:solidFill>
                  <a:srgbClr val="23294A"/>
                </a:solidFill>
                <a:ea typeface="Pretendard Bold"/>
              </a:rPr>
              <a:t>프로젝트</a:t>
            </a:r>
            <a:r>
              <a:rPr lang="en-US" sz="6800" b="false" i="false" u="none" strike="noStrike">
                <a:solidFill>
                  <a:srgbClr val="23294A"/>
                </a:solidFill>
                <a:latin typeface="Pretendard Bold"/>
              </a:rPr>
              <a:t> </a:t>
            </a:r>
            <a:r>
              <a:rPr lang="ko-KR" sz="6800" b="false" i="false" u="none" strike="noStrike">
                <a:solidFill>
                  <a:srgbClr val="23294A"/>
                </a:solidFill>
                <a:ea typeface="Pretendard Bold"/>
              </a:rPr>
              <a:t>기능</a:t>
            </a:r>
            <a:r>
              <a:rPr lang="en-US" sz="6800" b="false" i="false" u="none" strike="noStrike">
                <a:solidFill>
                  <a:srgbClr val="23294A"/>
                </a:solidFill>
                <a:latin typeface="Pretendard Bold"/>
              </a:rPr>
              <a:t> </a:t>
            </a:r>
            <a:r>
              <a:rPr lang="ko-KR" sz="6800" b="false" i="false" u="none" strike="noStrike">
                <a:solidFill>
                  <a:srgbClr val="23294A"/>
                </a:solidFill>
                <a:ea typeface="Pretendard Bold"/>
              </a:rPr>
              <a:t>및</a:t>
            </a:r>
            <a:r>
              <a:rPr lang="en-US" sz="6800" b="false" i="false" u="none" strike="noStrike">
                <a:solidFill>
                  <a:srgbClr val="23294A"/>
                </a:solidFill>
                <a:latin typeface="Pretendard Bold"/>
              </a:rPr>
              <a:t> UI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569700" y="1689100"/>
            <a:ext cx="38608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9479"/>
              </a:lnSpc>
            </a:pPr>
            <a:r>
              <a:rPr lang="ko-KR" sz="3200" b="false" i="false" u="none" strike="noStrike" spc="-100">
                <a:solidFill>
                  <a:srgbClr val="91C9E3"/>
                </a:solidFill>
                <a:ea typeface="Pretendard Bold"/>
              </a:rPr>
              <a:t>검색</a:t>
            </a:r>
            <a:r>
              <a:rPr lang="en-US" sz="3200" b="false" i="false" u="none" strike="noStrike" spc="-100">
                <a:solidFill>
                  <a:srgbClr val="91C9E3"/>
                </a:solidFill>
                <a:latin typeface="Pretendard Bold"/>
              </a:rPr>
              <a:t> </a:t>
            </a:r>
            <a:r>
              <a:rPr lang="ko-KR" sz="3200" b="false" i="false" u="none" strike="noStrike" spc="-100">
                <a:solidFill>
                  <a:srgbClr val="91C9E3"/>
                </a:solidFill>
                <a:ea typeface="Pretendard Bold"/>
              </a:rPr>
              <a:t>결과</a:t>
            </a:r>
            <a:r>
              <a:rPr lang="en-US" sz="3200" b="false" i="false" u="none" strike="noStrike" spc="-100">
                <a:solidFill>
                  <a:srgbClr val="91C9E3"/>
                </a:solidFill>
                <a:latin typeface="Pretendard Bold"/>
              </a:rPr>
              <a:t> </a:t>
            </a:r>
            <a:r>
              <a:rPr lang="ko-KR" sz="3200" b="false" i="false" u="none" strike="noStrike" spc="-100">
                <a:solidFill>
                  <a:srgbClr val="91C9E3"/>
                </a:solidFill>
                <a:ea typeface="Pretendard Bold"/>
              </a:rPr>
              <a:t>화면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37300" y="5575300"/>
            <a:ext cx="1612900" cy="381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425700" y="2438400"/>
            <a:ext cx="2984500" cy="7302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121900" y="2565400"/>
            <a:ext cx="2984500" cy="7302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703300" y="2565400"/>
            <a:ext cx="2984500" cy="73025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6070600" y="5118100"/>
            <a:ext cx="21717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9479"/>
              </a:lnSpc>
            </a:pPr>
            <a:r>
              <a:rPr lang="ko-KR" sz="1800" b="false" i="false" u="none" strike="noStrike" spc="-100">
                <a:solidFill>
                  <a:srgbClr val="000000"/>
                </a:solidFill>
                <a:ea typeface="Pretendard Bold"/>
              </a:rPr>
              <a:t>텍스트</a:t>
            </a:r>
            <a:r>
              <a:rPr lang="en-US" sz="1800" b="false" i="false" u="none" strike="noStrike" spc="-1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800" b="false" i="false" u="none" strike="noStrike" spc="-100">
                <a:solidFill>
                  <a:srgbClr val="000000"/>
                </a:solidFill>
                <a:ea typeface="Pretendard Bold"/>
              </a:rPr>
              <a:t>검색</a:t>
            </a:r>
            <a:r>
              <a:rPr lang="en-US" sz="1800" b="false" i="false" u="none" strike="noStrike" spc="-1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1800" b="false" i="false" u="none" strike="noStrike" spc="-100">
                <a:solidFill>
                  <a:srgbClr val="000000"/>
                </a:solidFill>
                <a:ea typeface="Pretendard Bold"/>
              </a:rPr>
              <a:t>시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93900" y="1689100"/>
            <a:ext cx="38608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9479"/>
              </a:lnSpc>
            </a:pPr>
            <a:r>
              <a:rPr lang="ko-KR" sz="3200" b="false" i="false" u="none" strike="noStrike" spc="-100">
                <a:solidFill>
                  <a:srgbClr val="91C9E3"/>
                </a:solidFill>
                <a:ea typeface="Pretendard Bold"/>
              </a:rPr>
              <a:t>홈</a:t>
            </a:r>
            <a:r>
              <a:rPr lang="en-US" sz="3200" b="false" i="false" u="none" strike="noStrike" spc="-100">
                <a:solidFill>
                  <a:srgbClr val="91C9E3"/>
                </a:solidFill>
                <a:latin typeface="Pretendard Bold"/>
              </a:rPr>
              <a:t> </a:t>
            </a:r>
            <a:r>
              <a:rPr lang="ko-KR" sz="3200" b="false" i="false" u="none" strike="noStrike" spc="-100">
                <a:solidFill>
                  <a:srgbClr val="91C9E3"/>
                </a:solidFill>
                <a:ea typeface="Pretendard Bold"/>
              </a:rPr>
              <a:t>화면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5575300"/>
            <a:ext cx="18389600" cy="4711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 rot="0">
            <a:off x="279400" y="304800"/>
            <a:ext cx="17691100" cy="9677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102100" y="2501900"/>
            <a:ext cx="2997200" cy="7315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023600" y="2501900"/>
            <a:ext cx="2984500" cy="73025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4775200" y="495300"/>
            <a:ext cx="8826500" cy="1206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2919"/>
              </a:lnSpc>
            </a:pPr>
            <a:r>
              <a:rPr lang="en-US" sz="6800" b="false" i="false" u="none" strike="noStrike">
                <a:solidFill>
                  <a:srgbClr val="23294A"/>
                </a:solidFill>
                <a:latin typeface="Pretendard Bold"/>
              </a:rPr>
              <a:t>3. </a:t>
            </a:r>
            <a:r>
              <a:rPr lang="ko-KR" sz="6800" b="false" i="false" u="none" strike="noStrike">
                <a:solidFill>
                  <a:srgbClr val="23294A"/>
                </a:solidFill>
                <a:ea typeface="Pretendard Bold"/>
              </a:rPr>
              <a:t>프로젝트</a:t>
            </a:r>
            <a:r>
              <a:rPr lang="en-US" sz="6800" b="false" i="false" u="none" strike="noStrike">
                <a:solidFill>
                  <a:srgbClr val="23294A"/>
                </a:solidFill>
                <a:latin typeface="Pretendard Bold"/>
              </a:rPr>
              <a:t> </a:t>
            </a:r>
            <a:r>
              <a:rPr lang="ko-KR" sz="6800" b="false" i="false" u="none" strike="noStrike">
                <a:solidFill>
                  <a:srgbClr val="23294A"/>
                </a:solidFill>
                <a:ea typeface="Pretendard Bold"/>
              </a:rPr>
              <a:t>기능</a:t>
            </a:r>
            <a:r>
              <a:rPr lang="en-US" sz="6800" b="false" i="false" u="none" strike="noStrike">
                <a:solidFill>
                  <a:srgbClr val="23294A"/>
                </a:solidFill>
                <a:latin typeface="Pretendard Bold"/>
              </a:rPr>
              <a:t> </a:t>
            </a:r>
            <a:r>
              <a:rPr lang="ko-KR" sz="6800" b="false" i="false" u="none" strike="noStrike">
                <a:solidFill>
                  <a:srgbClr val="23294A"/>
                </a:solidFill>
                <a:ea typeface="Pretendard Bold"/>
              </a:rPr>
              <a:t>및</a:t>
            </a:r>
            <a:r>
              <a:rPr lang="en-US" sz="6800" b="false" i="false" u="none" strike="noStrike">
                <a:solidFill>
                  <a:srgbClr val="23294A"/>
                </a:solidFill>
                <a:latin typeface="Pretendard Bold"/>
              </a:rPr>
              <a:t> UI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70300" y="1917700"/>
            <a:ext cx="38608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9479"/>
              </a:lnSpc>
            </a:pPr>
            <a:r>
              <a:rPr lang="ko-KR" sz="3200" b="false" i="false" u="none" strike="noStrike" spc="-100">
                <a:solidFill>
                  <a:srgbClr val="91C9E3"/>
                </a:solidFill>
                <a:ea typeface="Pretendard Bold"/>
              </a:rPr>
              <a:t>문서</a:t>
            </a:r>
            <a:r>
              <a:rPr lang="en-US" sz="3200" b="false" i="false" u="none" strike="noStrike" spc="-100">
                <a:solidFill>
                  <a:srgbClr val="91C9E3"/>
                </a:solidFill>
                <a:latin typeface="Pretendard Bold"/>
              </a:rPr>
              <a:t> </a:t>
            </a:r>
            <a:r>
              <a:rPr lang="ko-KR" sz="3200" b="false" i="false" u="none" strike="noStrike" spc="-100">
                <a:solidFill>
                  <a:srgbClr val="91C9E3"/>
                </a:solidFill>
                <a:ea typeface="Pretendard Bold"/>
              </a:rPr>
              <a:t>클릭시</a:t>
            </a:r>
            <a:r>
              <a:rPr lang="en-US" sz="3200" b="false" i="false" u="none" strike="noStrike" spc="-100">
                <a:solidFill>
                  <a:srgbClr val="91C9E3"/>
                </a:solidFill>
                <a:latin typeface="Pretendard Bold"/>
              </a:rPr>
              <a:t> </a:t>
            </a:r>
            <a:r>
              <a:rPr lang="ko-KR" sz="3200" b="false" i="false" u="none" strike="noStrike" spc="-100">
                <a:solidFill>
                  <a:srgbClr val="91C9E3"/>
                </a:solidFill>
                <a:ea typeface="Pretendard Bold"/>
              </a:rPr>
              <a:t>뷰어</a:t>
            </a:r>
            <a:r>
              <a:rPr lang="en-US" sz="3200" b="false" i="false" u="none" strike="noStrike" spc="-100">
                <a:solidFill>
                  <a:srgbClr val="91C9E3"/>
                </a:solidFill>
                <a:latin typeface="Pretendard Bold"/>
              </a:rPr>
              <a:t> </a:t>
            </a:r>
            <a:r>
              <a:rPr lang="ko-KR" sz="3200" b="false" i="false" u="none" strike="noStrike" spc="-100">
                <a:solidFill>
                  <a:srgbClr val="91C9E3"/>
                </a:solidFill>
                <a:ea typeface="Pretendard Bold"/>
              </a:rPr>
              <a:t>화면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04500" y="1930400"/>
            <a:ext cx="38608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9479"/>
              </a:lnSpc>
            </a:pPr>
            <a:r>
              <a:rPr lang="ko-KR" sz="3200" b="false" i="false" u="none" strike="noStrike" spc="-100">
                <a:solidFill>
                  <a:srgbClr val="91C9E3"/>
                </a:solidFill>
                <a:ea typeface="Pretendard Bold"/>
              </a:rPr>
              <a:t>문서</a:t>
            </a:r>
            <a:r>
              <a:rPr lang="en-US" sz="3200" b="false" i="false" u="none" strike="noStrike" spc="-100">
                <a:solidFill>
                  <a:srgbClr val="91C9E3"/>
                </a:solidFill>
                <a:latin typeface="Pretendard Bold"/>
              </a:rPr>
              <a:t> </a:t>
            </a:r>
            <a:r>
              <a:rPr lang="ko-KR" sz="3200" b="false" i="false" u="none" strike="noStrike" spc="-100">
                <a:solidFill>
                  <a:srgbClr val="91C9E3"/>
                </a:solidFill>
                <a:ea typeface="Pretendard Bold"/>
              </a:rPr>
              <a:t>요약</a:t>
            </a:r>
            <a:r>
              <a:rPr lang="en-US" sz="3200" b="false" i="false" u="none" strike="noStrike" spc="-100">
                <a:solidFill>
                  <a:srgbClr val="91C9E3"/>
                </a:solidFill>
                <a:latin typeface="Pretendard Bold"/>
              </a:rPr>
              <a:t> </a:t>
            </a:r>
            <a:r>
              <a:rPr lang="ko-KR" sz="3200" b="false" i="false" u="none" strike="noStrike" spc="-100">
                <a:solidFill>
                  <a:srgbClr val="91C9E3"/>
                </a:solidFill>
                <a:ea typeface="Pretendard Bold"/>
              </a:rPr>
              <a:t>화면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5575300"/>
            <a:ext cx="18389600" cy="4711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 rot="0">
            <a:off x="279400" y="304800"/>
            <a:ext cx="17691100" cy="9677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96200" y="2413000"/>
            <a:ext cx="2984500" cy="7315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819400" y="2413000"/>
            <a:ext cx="2984500" cy="7302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687300" y="2413000"/>
            <a:ext cx="2997200" cy="73152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4775200" y="495300"/>
            <a:ext cx="8826500" cy="1206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2919"/>
              </a:lnSpc>
            </a:pPr>
            <a:r>
              <a:rPr lang="en-US" sz="6800" b="false" i="false" u="none" strike="noStrike">
                <a:solidFill>
                  <a:srgbClr val="23294A"/>
                </a:solidFill>
                <a:latin typeface="Pretendard Bold"/>
              </a:rPr>
              <a:t>3. </a:t>
            </a:r>
            <a:r>
              <a:rPr lang="ko-KR" sz="6800" b="false" i="false" u="none" strike="noStrike">
                <a:solidFill>
                  <a:srgbClr val="23294A"/>
                </a:solidFill>
                <a:ea typeface="Pretendard Bold"/>
              </a:rPr>
              <a:t>프로젝트</a:t>
            </a:r>
            <a:r>
              <a:rPr lang="en-US" sz="6800" b="false" i="false" u="none" strike="noStrike">
                <a:solidFill>
                  <a:srgbClr val="23294A"/>
                </a:solidFill>
                <a:latin typeface="Pretendard Bold"/>
              </a:rPr>
              <a:t> </a:t>
            </a:r>
            <a:r>
              <a:rPr lang="ko-KR" sz="6800" b="false" i="false" u="none" strike="noStrike">
                <a:solidFill>
                  <a:srgbClr val="23294A"/>
                </a:solidFill>
                <a:ea typeface="Pretendard Bold"/>
              </a:rPr>
              <a:t>기능</a:t>
            </a:r>
            <a:r>
              <a:rPr lang="en-US" sz="6800" b="false" i="false" u="none" strike="noStrike">
                <a:solidFill>
                  <a:srgbClr val="23294A"/>
                </a:solidFill>
                <a:latin typeface="Pretendard Bold"/>
              </a:rPr>
              <a:t> </a:t>
            </a:r>
            <a:r>
              <a:rPr lang="ko-KR" sz="6800" b="false" i="false" u="none" strike="noStrike">
                <a:solidFill>
                  <a:srgbClr val="23294A"/>
                </a:solidFill>
                <a:ea typeface="Pretendard Bold"/>
              </a:rPr>
              <a:t>및</a:t>
            </a:r>
            <a:r>
              <a:rPr lang="en-US" sz="6800" b="false" i="false" u="none" strike="noStrike">
                <a:solidFill>
                  <a:srgbClr val="23294A"/>
                </a:solidFill>
                <a:latin typeface="Pretendard Bold"/>
              </a:rPr>
              <a:t> UI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64400" y="1778000"/>
            <a:ext cx="38608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9479"/>
              </a:lnSpc>
            </a:pPr>
            <a:r>
              <a:rPr lang="ko-KR" sz="3200" b="false" i="false" u="none" strike="noStrike" spc="-100">
                <a:solidFill>
                  <a:srgbClr val="91C9E3"/>
                </a:solidFill>
                <a:ea typeface="Pretendard Bold"/>
              </a:rPr>
              <a:t>로그인</a:t>
            </a:r>
            <a:r>
              <a:rPr lang="en-US" sz="3200" b="false" i="false" u="none" strike="noStrike" spc="-100">
                <a:solidFill>
                  <a:srgbClr val="91C9E3"/>
                </a:solidFill>
                <a:latin typeface="Pretendard Bold"/>
              </a:rPr>
              <a:t> </a:t>
            </a:r>
            <a:r>
              <a:rPr lang="ko-KR" sz="3200" b="false" i="false" u="none" strike="noStrike" spc="-100">
                <a:solidFill>
                  <a:srgbClr val="91C9E3"/>
                </a:solidFill>
                <a:ea typeface="Pretendard Bold"/>
              </a:rPr>
              <a:t>화면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51100" y="1778000"/>
            <a:ext cx="38608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9479"/>
              </a:lnSpc>
            </a:pPr>
            <a:r>
              <a:rPr lang="ko-KR" sz="3200" b="false" i="false" u="none" strike="noStrike" spc="-100">
                <a:solidFill>
                  <a:srgbClr val="91C9E3"/>
                </a:solidFill>
                <a:ea typeface="Pretendard Bold"/>
              </a:rPr>
              <a:t>회원</a:t>
            </a:r>
            <a:r>
              <a:rPr lang="en-US" sz="3200" b="false" i="false" u="none" strike="noStrike" spc="-100">
                <a:solidFill>
                  <a:srgbClr val="91C9E3"/>
                </a:solidFill>
                <a:latin typeface="Pretendard Bold"/>
              </a:rPr>
              <a:t> </a:t>
            </a:r>
            <a:r>
              <a:rPr lang="ko-KR" sz="3200" b="false" i="false" u="none" strike="noStrike" spc="-100">
                <a:solidFill>
                  <a:srgbClr val="91C9E3"/>
                </a:solidFill>
                <a:ea typeface="Pretendard Bold"/>
              </a:rPr>
              <a:t>수정</a:t>
            </a:r>
            <a:r>
              <a:rPr lang="en-US" sz="3200" b="false" i="false" u="none" strike="noStrike" spc="-100">
                <a:solidFill>
                  <a:srgbClr val="91C9E3"/>
                </a:solidFill>
                <a:latin typeface="Pretendard Bold"/>
              </a:rPr>
              <a:t> </a:t>
            </a:r>
            <a:r>
              <a:rPr lang="ko-KR" sz="3200" b="false" i="false" u="none" strike="noStrike" spc="-100">
                <a:solidFill>
                  <a:srgbClr val="91C9E3"/>
                </a:solidFill>
                <a:ea typeface="Pretendard Bold"/>
              </a:rPr>
              <a:t>화면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06300" y="1790700"/>
            <a:ext cx="38608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9479"/>
              </a:lnSpc>
            </a:pPr>
            <a:r>
              <a:rPr lang="ko-KR" sz="3200" b="false" i="false" u="none" strike="noStrike" spc="-100">
                <a:solidFill>
                  <a:srgbClr val="91C9E3"/>
                </a:solidFill>
                <a:ea typeface="Pretendard Bold"/>
              </a:rPr>
              <a:t>설정</a:t>
            </a:r>
            <a:r>
              <a:rPr lang="en-US" sz="3200" b="false" i="false" u="none" strike="noStrike" spc="-100">
                <a:solidFill>
                  <a:srgbClr val="91C9E3"/>
                </a:solidFill>
                <a:latin typeface="Pretendard Bold"/>
              </a:rPr>
              <a:t> </a:t>
            </a:r>
            <a:r>
              <a:rPr lang="ko-KR" sz="3200" b="false" i="false" u="none" strike="noStrike" spc="-100">
                <a:solidFill>
                  <a:srgbClr val="91C9E3"/>
                </a:solidFill>
                <a:ea typeface="Pretendard Bold"/>
              </a:rPr>
              <a:t>화면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5575300"/>
            <a:ext cx="18389600" cy="4711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 rot="0">
            <a:off x="279400" y="304800"/>
            <a:ext cx="17691100" cy="9677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889500" y="787400"/>
            <a:ext cx="8826500" cy="1206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2919"/>
              </a:lnSpc>
            </a:pPr>
            <a:r>
              <a:rPr lang="en-US" sz="6800" b="false" i="false" u="none" strike="noStrike">
                <a:solidFill>
                  <a:srgbClr val="23294A"/>
                </a:solidFill>
                <a:latin typeface="Pretendard Bold"/>
              </a:rPr>
              <a:t>4. </a:t>
            </a:r>
            <a:r>
              <a:rPr lang="ko-KR" sz="6800" b="false" i="false" u="none" strike="noStrike">
                <a:solidFill>
                  <a:srgbClr val="23294A"/>
                </a:solidFill>
                <a:ea typeface="Pretendard Bold"/>
              </a:rPr>
              <a:t>차별점</a:t>
            </a:r>
            <a:r>
              <a:rPr lang="en-US" sz="6800" b="false" i="false" u="none" strike="noStrike">
                <a:solidFill>
                  <a:srgbClr val="23294A"/>
                </a:solidFill>
                <a:latin typeface="Pretendard Bold"/>
              </a:rPr>
              <a:t> </a:t>
            </a:r>
            <a:r>
              <a:rPr lang="ko-KR" sz="6800" b="false" i="false" u="none" strike="noStrike">
                <a:solidFill>
                  <a:srgbClr val="23294A"/>
                </a:solidFill>
                <a:ea typeface="Pretendard Bold"/>
              </a:rPr>
              <a:t>및</a:t>
            </a:r>
            <a:r>
              <a:rPr lang="en-US" sz="6800" b="false" i="false" u="none" strike="noStrike">
                <a:solidFill>
                  <a:srgbClr val="23294A"/>
                </a:solidFill>
                <a:latin typeface="Pretendard Bold"/>
              </a:rPr>
              <a:t> </a:t>
            </a:r>
            <a:r>
              <a:rPr lang="ko-KR" sz="6800" b="false" i="false" u="none" strike="noStrike">
                <a:solidFill>
                  <a:srgbClr val="23294A"/>
                </a:solidFill>
                <a:ea typeface="Pretendard Bold"/>
              </a:rPr>
              <a:t>기대효과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048500" y="3568700"/>
            <a:ext cx="3695700" cy="3695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171700" y="3568700"/>
            <a:ext cx="3695700" cy="3695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280900" y="3568700"/>
            <a:ext cx="3276600" cy="34925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717800" y="7264400"/>
            <a:ext cx="29210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en-US" sz="2700" b="false" i="false" u="none" strike="noStrike">
                <a:solidFill>
                  <a:srgbClr val="23294A"/>
                </a:solidFill>
                <a:latin typeface="Pretendard Regular"/>
              </a:rPr>
              <a:t>1. OCR </a:t>
            </a:r>
            <a:r>
              <a:rPr lang="ko-KR" sz="2700" b="false" i="false" u="none" strike="noStrike">
                <a:solidFill>
                  <a:srgbClr val="23294A"/>
                </a:solidFill>
                <a:ea typeface="Pretendard Regular"/>
              </a:rPr>
              <a:t>기술</a:t>
            </a:r>
            <a:r>
              <a:rPr lang="en-US" sz="2700" b="false" i="false" u="none" strike="noStrike">
                <a:solidFill>
                  <a:srgbClr val="23294A"/>
                </a:solidFill>
                <a:latin typeface="Pretendard Regular"/>
              </a:rPr>
              <a:t> </a:t>
            </a:r>
            <a:r>
              <a:rPr lang="ko-KR" sz="2700" b="false" i="false" u="none" strike="noStrike">
                <a:solidFill>
                  <a:srgbClr val="23294A"/>
                </a:solidFill>
                <a:ea typeface="Pretendard Regular"/>
              </a:rPr>
              <a:t>뛰어남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75600" y="7251700"/>
            <a:ext cx="24130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en-US" sz="2700" b="false" i="false" u="none" strike="noStrike">
                <a:solidFill>
                  <a:srgbClr val="23294A"/>
                </a:solidFill>
                <a:latin typeface="Pretendard Regular"/>
              </a:rPr>
              <a:t>2. </a:t>
            </a:r>
            <a:r>
              <a:rPr lang="ko-KR" sz="2700" b="false" i="false" u="none" strike="noStrike">
                <a:solidFill>
                  <a:srgbClr val="23294A"/>
                </a:solidFill>
                <a:ea typeface="Pretendard Regular"/>
              </a:rPr>
              <a:t>보안성</a:t>
            </a:r>
            <a:r>
              <a:rPr lang="en-US" sz="2700" b="false" i="false" u="none" strike="noStrike">
                <a:solidFill>
                  <a:srgbClr val="23294A"/>
                </a:solidFill>
                <a:latin typeface="Pretendard Regular"/>
              </a:rPr>
              <a:t> </a:t>
            </a:r>
            <a:r>
              <a:rPr lang="ko-KR" sz="2700" b="false" i="false" u="none" strike="noStrike">
                <a:solidFill>
                  <a:srgbClr val="23294A"/>
                </a:solidFill>
                <a:ea typeface="Pretendard Regular"/>
              </a:rPr>
              <a:t>강화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76200" y="7226300"/>
            <a:ext cx="28829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en-US" sz="2700" b="false" i="false" u="none" strike="noStrike">
                <a:solidFill>
                  <a:srgbClr val="23294A"/>
                </a:solidFill>
                <a:latin typeface="Pretendard Regular"/>
              </a:rPr>
              <a:t>3. </a:t>
            </a:r>
            <a:r>
              <a:rPr lang="ko-KR" sz="2700" b="false" i="false" u="none" strike="noStrike">
                <a:solidFill>
                  <a:srgbClr val="23294A"/>
                </a:solidFill>
                <a:ea typeface="Pretendard Regular"/>
              </a:rPr>
              <a:t>앱의</a:t>
            </a:r>
            <a:r>
              <a:rPr lang="en-US" sz="2700" b="false" i="false" u="none" strike="noStrike">
                <a:solidFill>
                  <a:srgbClr val="23294A"/>
                </a:solidFill>
                <a:latin typeface="Pretendard Regular"/>
              </a:rPr>
              <a:t> </a:t>
            </a:r>
            <a:r>
              <a:rPr lang="ko-KR" sz="2700" b="false" i="false" u="none" strike="noStrike">
                <a:solidFill>
                  <a:srgbClr val="23294A"/>
                </a:solidFill>
                <a:ea typeface="Pretendard Regular"/>
              </a:rPr>
              <a:t>효율성</a:t>
            </a:r>
            <a:r>
              <a:rPr lang="en-US" sz="2700" b="false" i="false" u="none" strike="noStrike">
                <a:solidFill>
                  <a:srgbClr val="23294A"/>
                </a:solidFill>
                <a:latin typeface="Pretendard Regular"/>
              </a:rPr>
              <a:t> </a:t>
            </a:r>
            <a:r>
              <a:rPr lang="ko-KR" sz="2700" b="false" i="false" u="none" strike="noStrike">
                <a:solidFill>
                  <a:srgbClr val="23294A"/>
                </a:solidFill>
                <a:ea typeface="Pretendard Regular"/>
              </a:rPr>
              <a:t>증가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