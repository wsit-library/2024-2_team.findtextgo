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2" r:id="rId1"/>
  </p:sldMasterIdLst>
  <p:notesMasterIdLst>
    <p:notesMasterId r:id="rId3"/>
  </p:notesMasterIdLst>
  <p:sldIdLst>
    <p:sldId id="261" r:id="rId2"/>
  </p:sldIdLst>
  <p:sldSz cx="21386800" cy="30279975"/>
  <p:notesSz cx="6735763" cy="9866313"/>
  <p:defaultTextStyle>
    <a:defPPr>
      <a:defRPr lang="ko-KR"/>
    </a:defPPr>
    <a:lvl1pPr marL="0" algn="l" defTabSz="2952323" rtl="0" eaLnBrk="1" latinLnBrk="1" hangingPunct="1">
      <a:defRPr sz="5800" kern="1200">
        <a:solidFill>
          <a:schemeClr val="tx1"/>
        </a:solidFill>
        <a:latin typeface="+mn-lt"/>
        <a:ea typeface="+mn-ea"/>
        <a:cs typeface="+mn-cs"/>
      </a:defRPr>
    </a:lvl1pPr>
    <a:lvl2pPr marL="1476162" algn="l" defTabSz="2952323" rtl="0" eaLnBrk="1" latinLnBrk="1" hangingPunct="1">
      <a:defRPr sz="5800" kern="1200">
        <a:solidFill>
          <a:schemeClr val="tx1"/>
        </a:solidFill>
        <a:latin typeface="+mn-lt"/>
        <a:ea typeface="+mn-ea"/>
        <a:cs typeface="+mn-cs"/>
      </a:defRPr>
    </a:lvl2pPr>
    <a:lvl3pPr marL="2952323" algn="l" defTabSz="2952323" rtl="0" eaLnBrk="1" latinLnBrk="1" hangingPunct="1">
      <a:defRPr sz="5800" kern="1200">
        <a:solidFill>
          <a:schemeClr val="tx1"/>
        </a:solidFill>
        <a:latin typeface="+mn-lt"/>
        <a:ea typeface="+mn-ea"/>
        <a:cs typeface="+mn-cs"/>
      </a:defRPr>
    </a:lvl3pPr>
    <a:lvl4pPr marL="4428485" algn="l" defTabSz="2952323" rtl="0" eaLnBrk="1" latinLnBrk="1" hangingPunct="1">
      <a:defRPr sz="5800" kern="1200">
        <a:solidFill>
          <a:schemeClr val="tx1"/>
        </a:solidFill>
        <a:latin typeface="+mn-lt"/>
        <a:ea typeface="+mn-ea"/>
        <a:cs typeface="+mn-cs"/>
      </a:defRPr>
    </a:lvl4pPr>
    <a:lvl5pPr marL="5904647" algn="l" defTabSz="2952323" rtl="0" eaLnBrk="1" latinLnBrk="1" hangingPunct="1">
      <a:defRPr sz="5800" kern="1200">
        <a:solidFill>
          <a:schemeClr val="tx1"/>
        </a:solidFill>
        <a:latin typeface="+mn-lt"/>
        <a:ea typeface="+mn-ea"/>
        <a:cs typeface="+mn-cs"/>
      </a:defRPr>
    </a:lvl5pPr>
    <a:lvl6pPr marL="7380808" algn="l" defTabSz="2952323" rtl="0" eaLnBrk="1" latinLnBrk="1" hangingPunct="1">
      <a:defRPr sz="5800" kern="1200">
        <a:solidFill>
          <a:schemeClr val="tx1"/>
        </a:solidFill>
        <a:latin typeface="+mn-lt"/>
        <a:ea typeface="+mn-ea"/>
        <a:cs typeface="+mn-cs"/>
      </a:defRPr>
    </a:lvl6pPr>
    <a:lvl7pPr marL="8856970" algn="l" defTabSz="2952323" rtl="0" eaLnBrk="1" latinLnBrk="1" hangingPunct="1">
      <a:defRPr sz="5800" kern="1200">
        <a:solidFill>
          <a:schemeClr val="tx1"/>
        </a:solidFill>
        <a:latin typeface="+mn-lt"/>
        <a:ea typeface="+mn-ea"/>
        <a:cs typeface="+mn-cs"/>
      </a:defRPr>
    </a:lvl7pPr>
    <a:lvl8pPr marL="10333131" algn="l" defTabSz="2952323" rtl="0" eaLnBrk="1" latinLnBrk="1" hangingPunct="1">
      <a:defRPr sz="5800" kern="1200">
        <a:solidFill>
          <a:schemeClr val="tx1"/>
        </a:solidFill>
        <a:latin typeface="+mn-lt"/>
        <a:ea typeface="+mn-ea"/>
        <a:cs typeface="+mn-cs"/>
      </a:defRPr>
    </a:lvl8pPr>
    <a:lvl9pPr marL="11809293" algn="l" defTabSz="2952323" rtl="0" eaLnBrk="1" latinLnBrk="1" hangingPunct="1">
      <a:defRPr sz="5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안내사항" id="{C8041419-AEE7-47FA-9D2A-EDD6A6D0E6A1}">
          <p14:sldIdLst/>
        </p14:section>
        <p14:section name="작업슬라이드" id="{3B49930E-6A6E-45B7-9ADA-93C809BD14D5}">
          <p14:sldIdLst/>
        </p14:section>
        <p14:section name="작업예시" id="{93E3C8B1-B716-4983-92CF-923CFB0C7BDD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9537">
          <p15:clr>
            <a:srgbClr val="A4A3A4"/>
          </p15:clr>
        </p15:guide>
        <p15:guide id="2" pos="673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ADCB"/>
    <a:srgbClr val="BE0B60"/>
    <a:srgbClr val="EE95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09" autoAdjust="0"/>
    <p:restoredTop sz="94660"/>
  </p:normalViewPr>
  <p:slideViewPr>
    <p:cSldViewPr>
      <p:cViewPr>
        <p:scale>
          <a:sx n="66" d="100"/>
          <a:sy n="66" d="100"/>
        </p:scale>
        <p:origin x="-196" y="-4032"/>
      </p:cViewPr>
      <p:guideLst>
        <p:guide orient="horz" pos="9537"/>
        <p:guide pos="6736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396E30-7EDE-4223-BF7F-DC93CB7FF36B}" type="datetimeFigureOut">
              <a:rPr lang="ko-KR" altLang="en-US" smtClean="0"/>
              <a:t>2024-12-11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062163" y="739775"/>
            <a:ext cx="2611437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2C3861-861C-472F-8B31-40A17AB2D7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3971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2C3861-861C-472F-8B31-40A17AB2D7F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753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604010" y="9406433"/>
            <a:ext cx="18178780" cy="649056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3208020" y="17158652"/>
            <a:ext cx="14970760" cy="773821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4758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9516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44275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5903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7379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88550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03309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1806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634B2-0512-4F4C-B407-3D57756A1622}" type="datetimeFigureOut">
              <a:rPr lang="ko-KR" altLang="en-US" smtClean="0"/>
              <a:t>2024-12-11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E09AB-8D4C-4440-B92E-07EDF45845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7212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634B2-0512-4F4C-B407-3D57756A1622}" type="datetimeFigureOut">
              <a:rPr lang="ko-KR" altLang="en-US" smtClean="0"/>
              <a:t>2024-12-11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E09AB-8D4C-4440-B92E-07EDF45845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2787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89410" y="19457703"/>
            <a:ext cx="18178780" cy="6013939"/>
          </a:xfrm>
        </p:spPr>
        <p:txBody>
          <a:bodyPr anchor="t"/>
          <a:lstStyle>
            <a:lvl1pPr algn="l">
              <a:defRPr sz="129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689410" y="12833952"/>
            <a:ext cx="18178780" cy="6623742"/>
          </a:xfrm>
        </p:spPr>
        <p:txBody>
          <a:bodyPr anchor="b"/>
          <a:lstStyle>
            <a:lvl1pPr marL="0" indent="0">
              <a:buNone/>
              <a:defRPr sz="6500">
                <a:solidFill>
                  <a:schemeClr val="tx1">
                    <a:tint val="75000"/>
                  </a:schemeClr>
                </a:solidFill>
              </a:defRPr>
            </a:lvl1pPr>
            <a:lvl2pPr marL="1475842" indent="0">
              <a:buNone/>
              <a:defRPr sz="5800">
                <a:solidFill>
                  <a:schemeClr val="tx1">
                    <a:tint val="75000"/>
                  </a:schemeClr>
                </a:solidFill>
              </a:defRPr>
            </a:lvl2pPr>
            <a:lvl3pPr marL="2951687" indent="0">
              <a:buNone/>
              <a:defRPr sz="5200">
                <a:solidFill>
                  <a:schemeClr val="tx1">
                    <a:tint val="75000"/>
                  </a:schemeClr>
                </a:solidFill>
              </a:defRPr>
            </a:lvl3pPr>
            <a:lvl4pPr marL="4427536" indent="0">
              <a:buNone/>
              <a:defRPr sz="4500">
                <a:solidFill>
                  <a:schemeClr val="tx1">
                    <a:tint val="75000"/>
                  </a:schemeClr>
                </a:solidFill>
              </a:defRPr>
            </a:lvl4pPr>
            <a:lvl5pPr marL="5903378" indent="0">
              <a:buNone/>
              <a:defRPr sz="4500">
                <a:solidFill>
                  <a:schemeClr val="tx1">
                    <a:tint val="75000"/>
                  </a:schemeClr>
                </a:solidFill>
              </a:defRPr>
            </a:lvl5pPr>
            <a:lvl6pPr marL="7379220" indent="0">
              <a:buNone/>
              <a:defRPr sz="4500">
                <a:solidFill>
                  <a:schemeClr val="tx1">
                    <a:tint val="75000"/>
                  </a:schemeClr>
                </a:solidFill>
              </a:defRPr>
            </a:lvl6pPr>
            <a:lvl7pPr marL="8855071" indent="0">
              <a:buNone/>
              <a:defRPr sz="4500">
                <a:solidFill>
                  <a:schemeClr val="tx1">
                    <a:tint val="75000"/>
                  </a:schemeClr>
                </a:solidFill>
              </a:defRPr>
            </a:lvl7pPr>
            <a:lvl8pPr marL="10330913" indent="0">
              <a:buNone/>
              <a:defRPr sz="4500">
                <a:solidFill>
                  <a:schemeClr val="tx1">
                    <a:tint val="75000"/>
                  </a:schemeClr>
                </a:solidFill>
              </a:defRPr>
            </a:lvl8pPr>
            <a:lvl9pPr marL="11806755" indent="0">
              <a:buNone/>
              <a:defRPr sz="4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634B2-0512-4F4C-B407-3D57756A1622}" type="datetimeFigureOut">
              <a:rPr lang="ko-KR" altLang="en-US" smtClean="0"/>
              <a:t>2024-12-11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E09AB-8D4C-4440-B92E-07EDF45845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9292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02554" y="31198189"/>
            <a:ext cx="22329898" cy="88232483"/>
          </a:xfrm>
        </p:spPr>
        <p:txBody>
          <a:bodyPr/>
          <a:lstStyle>
            <a:lvl1pPr>
              <a:defRPr sz="9000"/>
            </a:lvl1pPr>
            <a:lvl2pPr>
              <a:defRPr sz="7700"/>
            </a:lvl2pPr>
            <a:lvl3pPr>
              <a:defRPr sz="6500"/>
            </a:lvl3pPr>
            <a:lvl4pPr>
              <a:defRPr sz="5800"/>
            </a:lvl4pPr>
            <a:lvl5pPr>
              <a:defRPr sz="5800"/>
            </a:lvl5pPr>
            <a:lvl6pPr>
              <a:defRPr sz="5800"/>
            </a:lvl6pPr>
            <a:lvl7pPr>
              <a:defRPr sz="5800"/>
            </a:lvl7pPr>
            <a:lvl8pPr>
              <a:defRPr sz="5800"/>
            </a:lvl8pPr>
            <a:lvl9pPr>
              <a:defRPr sz="5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5188899" y="31198189"/>
            <a:ext cx="22329898" cy="88232483"/>
          </a:xfrm>
        </p:spPr>
        <p:txBody>
          <a:bodyPr/>
          <a:lstStyle>
            <a:lvl1pPr>
              <a:defRPr sz="9000"/>
            </a:lvl1pPr>
            <a:lvl2pPr>
              <a:defRPr sz="7700"/>
            </a:lvl2pPr>
            <a:lvl3pPr>
              <a:defRPr sz="6500"/>
            </a:lvl3pPr>
            <a:lvl4pPr>
              <a:defRPr sz="5800"/>
            </a:lvl4pPr>
            <a:lvl5pPr>
              <a:defRPr sz="5800"/>
            </a:lvl5pPr>
            <a:lvl6pPr>
              <a:defRPr sz="5800"/>
            </a:lvl6pPr>
            <a:lvl7pPr>
              <a:defRPr sz="5800"/>
            </a:lvl7pPr>
            <a:lvl8pPr>
              <a:defRPr sz="5800"/>
            </a:lvl8pPr>
            <a:lvl9pPr>
              <a:defRPr sz="5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634B2-0512-4F4C-B407-3D57756A1622}" type="datetimeFigureOut">
              <a:rPr lang="ko-KR" altLang="en-US" smtClean="0"/>
              <a:t>2024-12-11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E09AB-8D4C-4440-B92E-07EDF45845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4030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69340" y="1212603"/>
            <a:ext cx="19248120" cy="5046663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069340" y="6777950"/>
            <a:ext cx="9449551" cy="2824727"/>
          </a:xfrm>
        </p:spPr>
        <p:txBody>
          <a:bodyPr anchor="b"/>
          <a:lstStyle>
            <a:lvl1pPr marL="0" indent="0">
              <a:buNone/>
              <a:defRPr sz="7700" b="1"/>
            </a:lvl1pPr>
            <a:lvl2pPr marL="1475842" indent="0">
              <a:buNone/>
              <a:defRPr sz="6500" b="1"/>
            </a:lvl2pPr>
            <a:lvl3pPr marL="2951687" indent="0">
              <a:buNone/>
              <a:defRPr sz="5800" b="1"/>
            </a:lvl3pPr>
            <a:lvl4pPr marL="4427536" indent="0">
              <a:buNone/>
              <a:defRPr sz="5200" b="1"/>
            </a:lvl4pPr>
            <a:lvl5pPr marL="5903378" indent="0">
              <a:buNone/>
              <a:defRPr sz="5200" b="1"/>
            </a:lvl5pPr>
            <a:lvl6pPr marL="7379220" indent="0">
              <a:buNone/>
              <a:defRPr sz="5200" b="1"/>
            </a:lvl6pPr>
            <a:lvl7pPr marL="8855071" indent="0">
              <a:buNone/>
              <a:defRPr sz="5200" b="1"/>
            </a:lvl7pPr>
            <a:lvl8pPr marL="10330913" indent="0">
              <a:buNone/>
              <a:defRPr sz="5200" b="1"/>
            </a:lvl8pPr>
            <a:lvl9pPr marL="11806755" indent="0">
              <a:buNone/>
              <a:defRPr sz="52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069340" y="9602677"/>
            <a:ext cx="9449551" cy="17446034"/>
          </a:xfrm>
        </p:spPr>
        <p:txBody>
          <a:bodyPr/>
          <a:lstStyle>
            <a:lvl1pPr>
              <a:defRPr sz="7700"/>
            </a:lvl1pPr>
            <a:lvl2pPr>
              <a:defRPr sz="6500"/>
            </a:lvl2pPr>
            <a:lvl3pPr>
              <a:defRPr sz="5800"/>
            </a:lvl3pPr>
            <a:lvl4pPr>
              <a:defRPr sz="5200"/>
            </a:lvl4pPr>
            <a:lvl5pPr>
              <a:defRPr sz="5200"/>
            </a:lvl5pPr>
            <a:lvl6pPr>
              <a:defRPr sz="5200"/>
            </a:lvl6pPr>
            <a:lvl7pPr>
              <a:defRPr sz="5200"/>
            </a:lvl7pPr>
            <a:lvl8pPr>
              <a:defRPr sz="5200"/>
            </a:lvl8pPr>
            <a:lvl9pPr>
              <a:defRPr sz="52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10864205" y="6777950"/>
            <a:ext cx="9453263" cy="2824727"/>
          </a:xfrm>
        </p:spPr>
        <p:txBody>
          <a:bodyPr anchor="b"/>
          <a:lstStyle>
            <a:lvl1pPr marL="0" indent="0">
              <a:buNone/>
              <a:defRPr sz="7700" b="1"/>
            </a:lvl1pPr>
            <a:lvl2pPr marL="1475842" indent="0">
              <a:buNone/>
              <a:defRPr sz="6500" b="1"/>
            </a:lvl2pPr>
            <a:lvl3pPr marL="2951687" indent="0">
              <a:buNone/>
              <a:defRPr sz="5800" b="1"/>
            </a:lvl3pPr>
            <a:lvl4pPr marL="4427536" indent="0">
              <a:buNone/>
              <a:defRPr sz="5200" b="1"/>
            </a:lvl4pPr>
            <a:lvl5pPr marL="5903378" indent="0">
              <a:buNone/>
              <a:defRPr sz="5200" b="1"/>
            </a:lvl5pPr>
            <a:lvl6pPr marL="7379220" indent="0">
              <a:buNone/>
              <a:defRPr sz="5200" b="1"/>
            </a:lvl6pPr>
            <a:lvl7pPr marL="8855071" indent="0">
              <a:buNone/>
              <a:defRPr sz="5200" b="1"/>
            </a:lvl7pPr>
            <a:lvl8pPr marL="10330913" indent="0">
              <a:buNone/>
              <a:defRPr sz="5200" b="1"/>
            </a:lvl8pPr>
            <a:lvl9pPr marL="11806755" indent="0">
              <a:buNone/>
              <a:defRPr sz="52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10864205" y="9602677"/>
            <a:ext cx="9453263" cy="17446034"/>
          </a:xfrm>
        </p:spPr>
        <p:txBody>
          <a:bodyPr/>
          <a:lstStyle>
            <a:lvl1pPr>
              <a:defRPr sz="7700"/>
            </a:lvl1pPr>
            <a:lvl2pPr>
              <a:defRPr sz="6500"/>
            </a:lvl2pPr>
            <a:lvl3pPr>
              <a:defRPr sz="5800"/>
            </a:lvl3pPr>
            <a:lvl4pPr>
              <a:defRPr sz="5200"/>
            </a:lvl4pPr>
            <a:lvl5pPr>
              <a:defRPr sz="5200"/>
            </a:lvl5pPr>
            <a:lvl6pPr>
              <a:defRPr sz="5200"/>
            </a:lvl6pPr>
            <a:lvl7pPr>
              <a:defRPr sz="5200"/>
            </a:lvl7pPr>
            <a:lvl8pPr>
              <a:defRPr sz="5200"/>
            </a:lvl8pPr>
            <a:lvl9pPr>
              <a:defRPr sz="52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634B2-0512-4F4C-B407-3D57756A1622}" type="datetimeFigureOut">
              <a:rPr lang="ko-KR" altLang="en-US" smtClean="0"/>
              <a:t>2024-12-11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E09AB-8D4C-4440-B92E-07EDF45845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6445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634B2-0512-4F4C-B407-3D57756A1622}" type="datetimeFigureOut">
              <a:rPr lang="ko-KR" altLang="en-US" smtClean="0"/>
              <a:t>2024-12-11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E09AB-8D4C-4440-B92E-07EDF45845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8409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634B2-0512-4F4C-B407-3D57756A1622}" type="datetimeFigureOut">
              <a:rPr lang="ko-KR" altLang="en-US" smtClean="0"/>
              <a:t>2024-12-11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E09AB-8D4C-4440-B92E-07EDF45845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4555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69341" y="1205591"/>
            <a:ext cx="7036110" cy="5130774"/>
          </a:xfrm>
        </p:spPr>
        <p:txBody>
          <a:bodyPr anchor="b"/>
          <a:lstStyle>
            <a:lvl1pPr algn="l">
              <a:defRPr sz="65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61645" y="1205598"/>
            <a:ext cx="11955815" cy="25843120"/>
          </a:xfrm>
        </p:spPr>
        <p:txBody>
          <a:bodyPr/>
          <a:lstStyle>
            <a:lvl1pPr>
              <a:defRPr sz="10300"/>
            </a:lvl1pPr>
            <a:lvl2pPr>
              <a:defRPr sz="9000"/>
            </a:lvl2pPr>
            <a:lvl3pPr>
              <a:defRPr sz="7700"/>
            </a:lvl3pPr>
            <a:lvl4pPr>
              <a:defRPr sz="6500"/>
            </a:lvl4pPr>
            <a:lvl5pPr>
              <a:defRPr sz="6500"/>
            </a:lvl5pPr>
            <a:lvl6pPr>
              <a:defRPr sz="6500"/>
            </a:lvl6pPr>
            <a:lvl7pPr>
              <a:defRPr sz="6500"/>
            </a:lvl7pPr>
            <a:lvl8pPr>
              <a:defRPr sz="6500"/>
            </a:lvl8pPr>
            <a:lvl9pPr>
              <a:defRPr sz="65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069341" y="6336367"/>
            <a:ext cx="7036110" cy="20712346"/>
          </a:xfrm>
        </p:spPr>
        <p:txBody>
          <a:bodyPr/>
          <a:lstStyle>
            <a:lvl1pPr marL="0" indent="0">
              <a:buNone/>
              <a:defRPr sz="4500"/>
            </a:lvl1pPr>
            <a:lvl2pPr marL="1475842" indent="0">
              <a:buNone/>
              <a:defRPr sz="3900"/>
            </a:lvl2pPr>
            <a:lvl3pPr marL="2951687" indent="0">
              <a:buNone/>
              <a:defRPr sz="3200"/>
            </a:lvl3pPr>
            <a:lvl4pPr marL="4427536" indent="0">
              <a:buNone/>
              <a:defRPr sz="2900"/>
            </a:lvl4pPr>
            <a:lvl5pPr marL="5903378" indent="0">
              <a:buNone/>
              <a:defRPr sz="2900"/>
            </a:lvl5pPr>
            <a:lvl6pPr marL="7379220" indent="0">
              <a:buNone/>
              <a:defRPr sz="2900"/>
            </a:lvl6pPr>
            <a:lvl7pPr marL="8855071" indent="0">
              <a:buNone/>
              <a:defRPr sz="2900"/>
            </a:lvl7pPr>
            <a:lvl8pPr marL="10330913" indent="0">
              <a:buNone/>
              <a:defRPr sz="2900"/>
            </a:lvl8pPr>
            <a:lvl9pPr marL="11806755" indent="0">
              <a:buNone/>
              <a:defRPr sz="2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634B2-0512-4F4C-B407-3D57756A1622}" type="datetimeFigureOut">
              <a:rPr lang="ko-KR" altLang="en-US" smtClean="0"/>
              <a:t>2024-12-11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E09AB-8D4C-4440-B92E-07EDF45845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9624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91962" y="21195982"/>
            <a:ext cx="12832080" cy="2502306"/>
          </a:xfrm>
        </p:spPr>
        <p:txBody>
          <a:bodyPr anchor="b"/>
          <a:lstStyle>
            <a:lvl1pPr algn="l">
              <a:defRPr sz="65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191962" y="2705572"/>
            <a:ext cx="12832080" cy="18167985"/>
          </a:xfrm>
        </p:spPr>
        <p:txBody>
          <a:bodyPr/>
          <a:lstStyle>
            <a:lvl1pPr marL="0" indent="0">
              <a:buNone/>
              <a:defRPr sz="10300"/>
            </a:lvl1pPr>
            <a:lvl2pPr marL="1475842" indent="0">
              <a:buNone/>
              <a:defRPr sz="9000"/>
            </a:lvl2pPr>
            <a:lvl3pPr marL="2951687" indent="0">
              <a:buNone/>
              <a:defRPr sz="7700"/>
            </a:lvl3pPr>
            <a:lvl4pPr marL="4427536" indent="0">
              <a:buNone/>
              <a:defRPr sz="6500"/>
            </a:lvl4pPr>
            <a:lvl5pPr marL="5903378" indent="0">
              <a:buNone/>
              <a:defRPr sz="6500"/>
            </a:lvl5pPr>
            <a:lvl6pPr marL="7379220" indent="0">
              <a:buNone/>
              <a:defRPr sz="6500"/>
            </a:lvl6pPr>
            <a:lvl7pPr marL="8855071" indent="0">
              <a:buNone/>
              <a:defRPr sz="6500"/>
            </a:lvl7pPr>
            <a:lvl8pPr marL="10330913" indent="0">
              <a:buNone/>
              <a:defRPr sz="6500"/>
            </a:lvl8pPr>
            <a:lvl9pPr marL="11806755" indent="0">
              <a:buNone/>
              <a:defRPr sz="65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191962" y="23698288"/>
            <a:ext cx="12832080" cy="3553689"/>
          </a:xfrm>
        </p:spPr>
        <p:txBody>
          <a:bodyPr/>
          <a:lstStyle>
            <a:lvl1pPr marL="0" indent="0">
              <a:buNone/>
              <a:defRPr sz="4500"/>
            </a:lvl1pPr>
            <a:lvl2pPr marL="1475842" indent="0">
              <a:buNone/>
              <a:defRPr sz="3900"/>
            </a:lvl2pPr>
            <a:lvl3pPr marL="2951687" indent="0">
              <a:buNone/>
              <a:defRPr sz="3200"/>
            </a:lvl3pPr>
            <a:lvl4pPr marL="4427536" indent="0">
              <a:buNone/>
              <a:defRPr sz="2900"/>
            </a:lvl4pPr>
            <a:lvl5pPr marL="5903378" indent="0">
              <a:buNone/>
              <a:defRPr sz="2900"/>
            </a:lvl5pPr>
            <a:lvl6pPr marL="7379220" indent="0">
              <a:buNone/>
              <a:defRPr sz="2900"/>
            </a:lvl6pPr>
            <a:lvl7pPr marL="8855071" indent="0">
              <a:buNone/>
              <a:defRPr sz="2900"/>
            </a:lvl7pPr>
            <a:lvl8pPr marL="10330913" indent="0">
              <a:buNone/>
              <a:defRPr sz="2900"/>
            </a:lvl8pPr>
            <a:lvl9pPr marL="11806755" indent="0">
              <a:buNone/>
              <a:defRPr sz="2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634B2-0512-4F4C-B407-3D57756A1622}" type="datetimeFigureOut">
              <a:rPr lang="ko-KR" altLang="en-US" smtClean="0"/>
              <a:t>2024-12-11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E09AB-8D4C-4440-B92E-07EDF45845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2248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634B2-0512-4F4C-B407-3D57756A1622}" type="datetimeFigureOut">
              <a:rPr lang="ko-KR" altLang="en-US" smtClean="0"/>
              <a:t>2024-12-11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E09AB-8D4C-4440-B92E-07EDF45845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5894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6264736" y="5355072"/>
            <a:ext cx="11254060" cy="11407560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02553" y="5355072"/>
            <a:ext cx="33405737" cy="11407560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634B2-0512-4F4C-B407-3D57756A1622}" type="datetimeFigureOut">
              <a:rPr lang="ko-KR" altLang="en-US" smtClean="0"/>
              <a:t>2024-12-11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E09AB-8D4C-4440-B92E-07EDF45845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0679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069340" y="1212603"/>
            <a:ext cx="19248120" cy="5046663"/>
          </a:xfrm>
          <a:prstGeom prst="rect">
            <a:avLst/>
          </a:prstGeom>
        </p:spPr>
        <p:txBody>
          <a:bodyPr vert="horz" lIns="295168" tIns="147587" rIns="295168" bIns="147587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069340" y="7065334"/>
            <a:ext cx="19248120" cy="19983384"/>
          </a:xfrm>
          <a:prstGeom prst="rect">
            <a:avLst/>
          </a:prstGeom>
        </p:spPr>
        <p:txBody>
          <a:bodyPr vert="horz" lIns="295168" tIns="147587" rIns="295168" bIns="147587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1069340" y="28065053"/>
            <a:ext cx="4990253" cy="1612128"/>
          </a:xfrm>
          <a:prstGeom prst="rect">
            <a:avLst/>
          </a:prstGeom>
        </p:spPr>
        <p:txBody>
          <a:bodyPr vert="horz" lIns="295168" tIns="147587" rIns="295168" bIns="147587" rtlCol="0" anchor="ctr"/>
          <a:lstStyle>
            <a:lvl1pPr algn="l">
              <a:defRPr sz="3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4634B2-0512-4F4C-B407-3D57756A1622}" type="datetimeFigureOut">
              <a:rPr lang="ko-KR" altLang="en-US" smtClean="0"/>
              <a:t>2024-12-11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7307157" y="28065053"/>
            <a:ext cx="6772487" cy="1612128"/>
          </a:xfrm>
          <a:prstGeom prst="rect">
            <a:avLst/>
          </a:prstGeom>
        </p:spPr>
        <p:txBody>
          <a:bodyPr vert="horz" lIns="295168" tIns="147587" rIns="295168" bIns="147587" rtlCol="0" anchor="ctr"/>
          <a:lstStyle>
            <a:lvl1pPr algn="ctr">
              <a:defRPr sz="3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5327207" y="28065053"/>
            <a:ext cx="4990253" cy="1612128"/>
          </a:xfrm>
          <a:prstGeom prst="rect">
            <a:avLst/>
          </a:prstGeom>
        </p:spPr>
        <p:txBody>
          <a:bodyPr vert="horz" lIns="295168" tIns="147587" rIns="295168" bIns="147587" rtlCol="0" anchor="ctr"/>
          <a:lstStyle>
            <a:lvl1pPr algn="r">
              <a:defRPr sz="3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4E09AB-8D4C-4440-B92E-07EDF45845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8973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</p:sldLayoutIdLst>
  <p:txStyles>
    <p:titleStyle>
      <a:lvl1pPr algn="ctr" defTabSz="2951687" rtl="0" eaLnBrk="1" latinLnBrk="1" hangingPunct="1">
        <a:spcBef>
          <a:spcPct val="0"/>
        </a:spcBef>
        <a:buNone/>
        <a:defRPr sz="14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06882" indent="-1106882" algn="l" defTabSz="2951687" rtl="0" eaLnBrk="1" latinLnBrk="1" hangingPunct="1">
        <a:spcBef>
          <a:spcPct val="20000"/>
        </a:spcBef>
        <a:buFont typeface="Arial" panose="020B0604020202020204" pitchFamily="34" charset="0"/>
        <a:buChar char="•"/>
        <a:defRPr sz="10300" kern="1200">
          <a:solidFill>
            <a:schemeClr val="tx1"/>
          </a:solidFill>
          <a:latin typeface="+mn-lt"/>
          <a:ea typeface="+mn-ea"/>
          <a:cs typeface="+mn-cs"/>
        </a:defRPr>
      </a:lvl1pPr>
      <a:lvl2pPr marL="2398249" indent="-922404" algn="l" defTabSz="2951687" rtl="0" eaLnBrk="1" latinLnBrk="1" hangingPunct="1">
        <a:spcBef>
          <a:spcPct val="20000"/>
        </a:spcBef>
        <a:buFont typeface="Arial" panose="020B0604020202020204" pitchFamily="34" charset="0"/>
        <a:buChar char="–"/>
        <a:defRPr sz="9000" kern="1200">
          <a:solidFill>
            <a:schemeClr val="tx1"/>
          </a:solidFill>
          <a:latin typeface="+mn-lt"/>
          <a:ea typeface="+mn-ea"/>
          <a:cs typeface="+mn-cs"/>
        </a:defRPr>
      </a:lvl2pPr>
      <a:lvl3pPr marL="3689610" indent="-737926" algn="l" defTabSz="2951687" rtl="0" eaLnBrk="1" latinLnBrk="1" hangingPunct="1">
        <a:spcBef>
          <a:spcPct val="20000"/>
        </a:spcBef>
        <a:buFont typeface="Arial" panose="020B0604020202020204" pitchFamily="34" charset="0"/>
        <a:buChar char="•"/>
        <a:defRPr sz="7700" kern="1200">
          <a:solidFill>
            <a:schemeClr val="tx1"/>
          </a:solidFill>
          <a:latin typeface="+mn-lt"/>
          <a:ea typeface="+mn-ea"/>
          <a:cs typeface="+mn-cs"/>
        </a:defRPr>
      </a:lvl3pPr>
      <a:lvl4pPr marL="5165452" indent="-737926" algn="l" defTabSz="2951687" rtl="0" eaLnBrk="1" latinLnBrk="1" hangingPunct="1">
        <a:spcBef>
          <a:spcPct val="20000"/>
        </a:spcBef>
        <a:buFont typeface="Arial" panose="020B0604020202020204" pitchFamily="34" charset="0"/>
        <a:buChar char="–"/>
        <a:defRPr sz="6500" kern="1200">
          <a:solidFill>
            <a:schemeClr val="tx1"/>
          </a:solidFill>
          <a:latin typeface="+mn-lt"/>
          <a:ea typeface="+mn-ea"/>
          <a:cs typeface="+mn-cs"/>
        </a:defRPr>
      </a:lvl4pPr>
      <a:lvl5pPr marL="6641304" indent="-737926" algn="l" defTabSz="2951687" rtl="0" eaLnBrk="1" latinLnBrk="1" hangingPunct="1">
        <a:spcBef>
          <a:spcPct val="20000"/>
        </a:spcBef>
        <a:buFont typeface="Arial" panose="020B0604020202020204" pitchFamily="34" charset="0"/>
        <a:buChar char="»"/>
        <a:defRPr sz="6500" kern="1200">
          <a:solidFill>
            <a:schemeClr val="tx1"/>
          </a:solidFill>
          <a:latin typeface="+mn-lt"/>
          <a:ea typeface="+mn-ea"/>
          <a:cs typeface="+mn-cs"/>
        </a:defRPr>
      </a:lvl5pPr>
      <a:lvl6pPr marL="8117146" indent="-737926" algn="l" defTabSz="2951687" rtl="0" eaLnBrk="1" latinLnBrk="1" hangingPunct="1">
        <a:spcBef>
          <a:spcPct val="20000"/>
        </a:spcBef>
        <a:buFont typeface="Arial" panose="020B0604020202020204" pitchFamily="34" charset="0"/>
        <a:buChar char="•"/>
        <a:defRPr sz="6500" kern="1200">
          <a:solidFill>
            <a:schemeClr val="tx1"/>
          </a:solidFill>
          <a:latin typeface="+mn-lt"/>
          <a:ea typeface="+mn-ea"/>
          <a:cs typeface="+mn-cs"/>
        </a:defRPr>
      </a:lvl6pPr>
      <a:lvl7pPr marL="9592988" indent="-737926" algn="l" defTabSz="2951687" rtl="0" eaLnBrk="1" latinLnBrk="1" hangingPunct="1">
        <a:spcBef>
          <a:spcPct val="20000"/>
        </a:spcBef>
        <a:buFont typeface="Arial" panose="020B0604020202020204" pitchFamily="34" charset="0"/>
        <a:buChar char="•"/>
        <a:defRPr sz="6500" kern="1200">
          <a:solidFill>
            <a:schemeClr val="tx1"/>
          </a:solidFill>
          <a:latin typeface="+mn-lt"/>
          <a:ea typeface="+mn-ea"/>
          <a:cs typeface="+mn-cs"/>
        </a:defRPr>
      </a:lvl7pPr>
      <a:lvl8pPr marL="11068833" indent="-737926" algn="l" defTabSz="2951687" rtl="0" eaLnBrk="1" latinLnBrk="1" hangingPunct="1">
        <a:spcBef>
          <a:spcPct val="20000"/>
        </a:spcBef>
        <a:buFont typeface="Arial" panose="020B0604020202020204" pitchFamily="34" charset="0"/>
        <a:buChar char="•"/>
        <a:defRPr sz="6500" kern="1200">
          <a:solidFill>
            <a:schemeClr val="tx1"/>
          </a:solidFill>
          <a:latin typeface="+mn-lt"/>
          <a:ea typeface="+mn-ea"/>
          <a:cs typeface="+mn-cs"/>
        </a:defRPr>
      </a:lvl8pPr>
      <a:lvl9pPr marL="12544681" indent="-737926" algn="l" defTabSz="2951687" rtl="0" eaLnBrk="1" latinLnBrk="1" hangingPunct="1">
        <a:spcBef>
          <a:spcPct val="20000"/>
        </a:spcBef>
        <a:buFont typeface="Arial" panose="020B0604020202020204" pitchFamily="34" charset="0"/>
        <a:buChar char="•"/>
        <a:defRPr sz="6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2951687" rtl="0" eaLnBrk="1" latinLnBrk="1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1pPr>
      <a:lvl2pPr marL="1475842" algn="l" defTabSz="2951687" rtl="0" eaLnBrk="1" latinLnBrk="1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2pPr>
      <a:lvl3pPr marL="2951687" algn="l" defTabSz="2951687" rtl="0" eaLnBrk="1" latinLnBrk="1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3pPr>
      <a:lvl4pPr marL="4427536" algn="l" defTabSz="2951687" rtl="0" eaLnBrk="1" latinLnBrk="1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4pPr>
      <a:lvl5pPr marL="5903378" algn="l" defTabSz="2951687" rtl="0" eaLnBrk="1" latinLnBrk="1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5pPr>
      <a:lvl6pPr marL="7379220" algn="l" defTabSz="2951687" rtl="0" eaLnBrk="1" latinLnBrk="1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6pPr>
      <a:lvl7pPr marL="8855071" algn="l" defTabSz="2951687" rtl="0" eaLnBrk="1" latinLnBrk="1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7pPr>
      <a:lvl8pPr marL="10330913" algn="l" defTabSz="2951687" rtl="0" eaLnBrk="1" latinLnBrk="1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8pPr>
      <a:lvl9pPr marL="11806755" algn="l" defTabSz="2951687" rtl="0" eaLnBrk="1" latinLnBrk="1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jpeg"/><Relationship Id="rId9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/>
        </p:nvSpPr>
        <p:spPr>
          <a:xfrm>
            <a:off x="10405368" y="2363670"/>
            <a:ext cx="9793088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200" dirty="0">
                <a:ea typeface="맑은 고딕" panose="020B0503020000020004" pitchFamily="50" charset="-127"/>
              </a:rPr>
              <a:t>대표학생 </a:t>
            </a:r>
            <a:r>
              <a:rPr lang="en-US" altLang="ko-KR" sz="3200" dirty="0">
                <a:ea typeface="맑은 고딕" panose="020B0503020000020004" pitchFamily="50" charset="-127"/>
              </a:rPr>
              <a:t>: </a:t>
            </a:r>
            <a:r>
              <a:rPr lang="ko-KR" altLang="en-US" sz="3200" dirty="0">
                <a:ea typeface="맑은 고딕" panose="020B0503020000020004" pitchFamily="50" charset="-127"/>
              </a:rPr>
              <a:t>윤동희</a:t>
            </a:r>
            <a:r>
              <a:rPr lang="en-US" altLang="ko-KR" sz="3200" dirty="0">
                <a:ea typeface="맑은 고딕" panose="020B0503020000020004" pitchFamily="50" charset="-127"/>
              </a:rPr>
              <a:t>		  </a:t>
            </a:r>
          </a:p>
          <a:p>
            <a:r>
              <a:rPr lang="ko-KR" altLang="en-US" sz="3200" dirty="0" err="1">
                <a:ea typeface="맑은 고딕" panose="020B0503020000020004" pitchFamily="50" charset="-127"/>
              </a:rPr>
              <a:t>참여학생</a:t>
            </a:r>
            <a:r>
              <a:rPr lang="ko-KR" altLang="en-US" sz="3200" dirty="0">
                <a:ea typeface="맑은 고딕" panose="020B0503020000020004" pitchFamily="50" charset="-127"/>
              </a:rPr>
              <a:t> </a:t>
            </a:r>
            <a:r>
              <a:rPr lang="en-US" altLang="ko-KR" sz="3200" dirty="0">
                <a:ea typeface="맑은 고딕" panose="020B0503020000020004" pitchFamily="50" charset="-127"/>
              </a:rPr>
              <a:t>: </a:t>
            </a:r>
            <a:r>
              <a:rPr lang="ko-KR" altLang="en-US" sz="3200" dirty="0" err="1">
                <a:ea typeface="맑은 고딕" panose="020B0503020000020004" pitchFamily="50" charset="-127"/>
              </a:rPr>
              <a:t>조수범</a:t>
            </a:r>
            <a:endParaRPr lang="en-US" altLang="ko-KR" sz="3200" dirty="0">
              <a:ea typeface="맑은 고딕" panose="020B0503020000020004" pitchFamily="50" charset="-127"/>
            </a:endParaRPr>
          </a:p>
          <a:p>
            <a:r>
              <a:rPr lang="ko-KR" altLang="en-US" sz="3200" dirty="0">
                <a:ea typeface="맑은 고딕" panose="020B0503020000020004" pitchFamily="50" charset="-127"/>
              </a:rPr>
              <a:t>지도교수 </a:t>
            </a:r>
            <a:r>
              <a:rPr lang="en-US" altLang="ko-KR" sz="3200" dirty="0">
                <a:ea typeface="맑은 고딕" panose="020B0503020000020004" pitchFamily="50" charset="-127"/>
              </a:rPr>
              <a:t>: </a:t>
            </a:r>
            <a:r>
              <a:rPr lang="ko-KR" altLang="en-US" sz="3200" dirty="0">
                <a:ea typeface="맑은 고딕" panose="020B0503020000020004" pitchFamily="50" charset="-127"/>
              </a:rPr>
              <a:t>임승철 교수님</a:t>
            </a:r>
            <a:endParaRPr lang="en-US" altLang="ko-KR" sz="3200" dirty="0">
              <a:ea typeface="맑은 고딕" panose="020B0503020000020004" pitchFamily="50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698750" y="5221933"/>
            <a:ext cx="25170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>
                <a:solidFill>
                  <a:schemeClr val="bg1"/>
                </a:solidFill>
              </a:rPr>
              <a:t>제 작 개 요</a:t>
            </a:r>
            <a:endParaRPr lang="ko-KR" altLang="en-US" sz="5400" b="1" dirty="0">
              <a:solidFill>
                <a:schemeClr val="bg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698750" y="12783394"/>
            <a:ext cx="25170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>
                <a:solidFill>
                  <a:schemeClr val="bg1"/>
                </a:solidFill>
              </a:rPr>
              <a:t>작 품 결 과</a:t>
            </a:r>
            <a:endParaRPr lang="ko-KR" altLang="en-US" sz="5400" b="1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698750" y="20344706"/>
            <a:ext cx="25170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>
                <a:solidFill>
                  <a:schemeClr val="bg1"/>
                </a:solidFill>
              </a:rPr>
              <a:t>기 대 효 과</a:t>
            </a:r>
            <a:endParaRPr lang="ko-KR" altLang="en-US" sz="5400" b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48279" y="931016"/>
            <a:ext cx="4903907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600" b="1" dirty="0">
                <a:solidFill>
                  <a:schemeClr val="bg1"/>
                </a:solidFill>
              </a:rPr>
              <a:t>SW</a:t>
            </a:r>
            <a:r>
              <a:rPr lang="ko-KR" altLang="en-US" sz="6600" b="1" dirty="0" err="1">
                <a:solidFill>
                  <a:schemeClr val="bg1"/>
                </a:solidFill>
              </a:rPr>
              <a:t>융합대학</a:t>
            </a:r>
            <a:endParaRPr lang="ko-KR" altLang="en-US" sz="6600" b="1" dirty="0">
              <a:solidFill>
                <a:schemeClr val="bg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48279" y="2092535"/>
            <a:ext cx="7988084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600" b="1" dirty="0">
                <a:solidFill>
                  <a:schemeClr val="bg1"/>
                </a:solidFill>
              </a:rPr>
              <a:t>IT</a:t>
            </a:r>
            <a:r>
              <a:rPr lang="ko-KR" altLang="en-US" sz="6600" b="1" dirty="0">
                <a:solidFill>
                  <a:schemeClr val="bg1"/>
                </a:solidFill>
              </a:rPr>
              <a:t>융합학부</a:t>
            </a:r>
            <a:endParaRPr lang="en-US" altLang="ko-KR" sz="6600" b="1" dirty="0">
              <a:solidFill>
                <a:schemeClr val="bg1"/>
              </a:solidFill>
            </a:endParaRPr>
          </a:p>
          <a:p>
            <a:r>
              <a:rPr lang="ko-KR" altLang="en-US" sz="6600" b="1" dirty="0">
                <a:solidFill>
                  <a:schemeClr val="bg1"/>
                </a:solidFill>
              </a:rPr>
              <a:t>컴퓨터정보</a:t>
            </a:r>
            <a:r>
              <a:rPr lang="en-US" altLang="ko-KR" sz="6600" b="1" i="0" dirty="0">
                <a:solidFill>
                  <a:schemeClr val="bg1"/>
                </a:solidFill>
                <a:effectLst/>
              </a:rPr>
              <a:t>·</a:t>
            </a:r>
            <a:r>
              <a:rPr lang="ko-KR" altLang="en-US" sz="6600" b="1" dirty="0">
                <a:solidFill>
                  <a:schemeClr val="bg1"/>
                </a:solidFill>
              </a:rPr>
              <a:t>보안전공</a:t>
            </a:r>
            <a:endParaRPr lang="en-US" altLang="ko-KR" sz="6600" b="1" dirty="0">
              <a:solidFill>
                <a:schemeClr val="bg1"/>
              </a:solidFill>
            </a:endParaRPr>
          </a:p>
          <a:p>
            <a:endParaRPr lang="ko-KR" altLang="en-US" sz="6600" b="1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09024" y="28677491"/>
            <a:ext cx="184731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7295148" y="27969605"/>
            <a:ext cx="681104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>
              <a:defRPr/>
            </a:pPr>
            <a:r>
              <a:rPr lang="en-US" altLang="ko-KR" sz="4000" b="1" dirty="0">
                <a:solidFill>
                  <a:schemeClr val="bg1">
                    <a:lumMod val="50000"/>
                  </a:schemeClr>
                </a:solidFill>
              </a:rPr>
              <a:t>2024-2</a:t>
            </a:r>
            <a:r>
              <a:rPr lang="ko-KR" altLang="en-US" sz="4000" b="1" dirty="0">
                <a:solidFill>
                  <a:schemeClr val="bg1">
                    <a:lumMod val="50000"/>
                  </a:schemeClr>
                </a:solidFill>
              </a:rPr>
              <a:t>학기</a:t>
            </a:r>
            <a:r>
              <a:rPr lang="en-US" altLang="ko-KR" sz="40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  <a:p>
            <a:pPr lvl="0" algn="dist">
              <a:defRPr/>
            </a:pPr>
            <a:r>
              <a:rPr lang="ko-KR" altLang="en-US" sz="4000" b="1" dirty="0" err="1">
                <a:solidFill>
                  <a:schemeClr val="bg1">
                    <a:lumMod val="50000"/>
                  </a:schemeClr>
                </a:solidFill>
              </a:rPr>
              <a:t>캡스톤디자인전시회</a:t>
            </a:r>
            <a:endParaRPr lang="ko-KR" altLang="en-US" sz="40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2" name="내용 개체 틀 2"/>
          <p:cNvSpPr txBox="1">
            <a:spLocks/>
          </p:cNvSpPr>
          <p:nvPr/>
        </p:nvSpPr>
        <p:spPr>
          <a:xfrm>
            <a:off x="11463871" y="6326186"/>
            <a:ext cx="8803581" cy="5696435"/>
          </a:xfrm>
          <a:prstGeom prst="rect">
            <a:avLst/>
          </a:prstGeom>
        </p:spPr>
        <p:txBody>
          <a:bodyPr vert="horz" lIns="295168" tIns="147587" rIns="295168" bIns="147587" rtlCol="0">
            <a:normAutofit/>
          </a:bodyPr>
          <a:lstStyle>
            <a:lvl1pPr marL="1106882" indent="-1106882" algn="l" defTabSz="2951687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0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98249" indent="-922404" algn="l" defTabSz="2951687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9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89610" indent="-737926" algn="l" defTabSz="2951687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7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165452" indent="-737926" algn="l" defTabSz="2951687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6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641304" indent="-737926" algn="l" defTabSz="2951687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6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117146" indent="-737926" algn="l" defTabSz="2951687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6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592988" indent="-737926" algn="l" defTabSz="2951687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6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068833" indent="-737926" algn="l" defTabSz="2951687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6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44681" indent="-737926" algn="l" defTabSz="2951687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6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9EC5E74-3616-4BD2-A863-2B1C83659636}"/>
              </a:ext>
            </a:extLst>
          </p:cNvPr>
          <p:cNvSpPr txBox="1"/>
          <p:nvPr/>
        </p:nvSpPr>
        <p:spPr>
          <a:xfrm>
            <a:off x="4169351" y="23371941"/>
            <a:ext cx="3113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dirty="0"/>
              <a:t> </a:t>
            </a:r>
            <a:endParaRPr lang="en-US" altLang="ko-KR" sz="28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0D1ED33-2B40-417C-8FAA-A271FAFA1E84}"/>
              </a:ext>
            </a:extLst>
          </p:cNvPr>
          <p:cNvSpPr txBox="1"/>
          <p:nvPr/>
        </p:nvSpPr>
        <p:spPr>
          <a:xfrm>
            <a:off x="4128552" y="23519979"/>
            <a:ext cx="1847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altLang="ko-KR" sz="2800" dirty="0"/>
          </a:p>
        </p:txBody>
      </p:sp>
      <p:sp>
        <p:nvSpPr>
          <p:cNvPr id="22" name="TextBox 21"/>
          <p:cNvSpPr txBox="1"/>
          <p:nvPr/>
        </p:nvSpPr>
        <p:spPr>
          <a:xfrm>
            <a:off x="9645250" y="1136557"/>
            <a:ext cx="10441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/>
              <a:t>광학 문자 인식 통한 문서 텍스트 검색 시스템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F7D105-BC91-1FFE-BFBF-1F793A6F2D8C}"/>
              </a:ext>
            </a:extLst>
          </p:cNvPr>
          <p:cNvSpPr txBox="1"/>
          <p:nvPr/>
        </p:nvSpPr>
        <p:spPr>
          <a:xfrm>
            <a:off x="1148279" y="6016303"/>
            <a:ext cx="18906162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u"/>
            </a:pPr>
            <a:r>
              <a:rPr lang="ko-KR" altLang="en-US" sz="3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기업과 공공기관에서는 문서의 양이 지속적으로 증가함에 따라 이를 체계적으로 관리하고 효과적으로 활용해야 하는 과제에 직면함</a:t>
            </a:r>
            <a:r>
              <a:rPr lang="en-US" altLang="ko-KR" sz="3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571500" indent="-571500">
              <a:buFont typeface="Wingdings" panose="05000000000000000000" pitchFamily="2" charset="2"/>
              <a:buChar char="u"/>
            </a:pPr>
            <a:endParaRPr lang="en-US" altLang="ko-KR" sz="3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71500" indent="-571500">
              <a:buFont typeface="Wingdings" panose="05000000000000000000" pitchFamily="2" charset="2"/>
              <a:buChar char="u"/>
            </a:pPr>
            <a:r>
              <a:rPr lang="ko-KR" altLang="en-US" sz="3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전문적인 분야 의 문서는 방대한 양으로 인해 수작업으로 처리하기에는 한계</a:t>
            </a:r>
            <a:endParaRPr lang="en-US" altLang="ko-KR" sz="3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71500" indent="-571500">
              <a:buFont typeface="Wingdings" panose="05000000000000000000" pitchFamily="2" charset="2"/>
              <a:buChar char="u"/>
            </a:pPr>
            <a:endParaRPr lang="en-US" altLang="ko-KR" sz="3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71500" indent="-571500">
              <a:buFont typeface="Wingdings" panose="05000000000000000000" pitchFamily="2" charset="2"/>
              <a:buChar char="u"/>
            </a:pPr>
            <a:r>
              <a:rPr lang="ko-KR" altLang="en-US" sz="3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업무 효율성 저하</a:t>
            </a:r>
            <a:r>
              <a:rPr lang="en-US" altLang="ko-KR" sz="3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3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수작업을 처리한 문서 검색의 어려움을 해결하고자 </a:t>
            </a:r>
            <a:r>
              <a:rPr lang="en-US" altLang="ko-KR" sz="3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3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도입</a:t>
            </a:r>
            <a:endParaRPr lang="en-US" altLang="ko-KR" sz="3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71500" indent="-571500">
              <a:buFont typeface="Wingdings" panose="05000000000000000000" pitchFamily="2" charset="2"/>
              <a:buChar char="u"/>
            </a:pPr>
            <a:endParaRPr lang="en-US" altLang="ko-KR" sz="3600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BA19C2C7-7E66-D05D-5B5A-7279D267F0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8279" y="21368357"/>
            <a:ext cx="19119173" cy="6017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ko-KR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네이버 </a:t>
            </a:r>
            <a:r>
              <a:rPr kumimoji="0" lang="ko-KR" altLang="en-US" sz="3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클로바</a:t>
            </a:r>
            <a:r>
              <a:rPr kumimoji="0" lang="ko-KR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OCR</a:t>
            </a:r>
            <a:r>
              <a:rPr kumimoji="0" lang="ko-KR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과 </a:t>
            </a:r>
            <a:r>
              <a:rPr kumimoji="0" lang="en-US" altLang="ko-KR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Gemini</a:t>
            </a:r>
            <a:r>
              <a:rPr kumimoji="0" lang="ko-KR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를 도입한 </a:t>
            </a:r>
            <a:r>
              <a:rPr kumimoji="0" lang="en-US" altLang="ko-KR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kumimoji="0" lang="ko-KR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기술 활용으로 안정적이고 신뢰성 있는 결과를 제공함</a:t>
            </a:r>
            <a:r>
              <a:rPr kumimoji="0" lang="en-US" altLang="ko-KR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lang="en-US" altLang="ko-KR" sz="3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ko-KR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방대한 양의 문서를 요약하여 필요한 정보를 빠르게 파악할 수 있도록 지원</a:t>
            </a:r>
            <a:r>
              <a:rPr kumimoji="0" lang="en-US" altLang="ko-KR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0" lang="ko-KR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사용자의 업무 부담을 감소시킴</a:t>
            </a:r>
            <a:r>
              <a:rPr kumimoji="0" lang="en-US" altLang="ko-KR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lang="en-US" altLang="ko-KR" sz="3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ko-KR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문서 검색과 관리의 정확도 및 속도를 향상시키고</a:t>
            </a:r>
            <a:r>
              <a:rPr kumimoji="0" lang="en-US" altLang="ko-KR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0" lang="ko-KR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효율적인 정보 관리 환경을 제공함</a:t>
            </a:r>
            <a:r>
              <a:rPr kumimoji="0" lang="en-US" altLang="ko-KR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lang="en-US" altLang="ko-KR" sz="3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ko-KR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모바일 앱 기반의 접근성을 통해 사용자들이 언제 어디서나 문서 검색 및 관리 기능을 편리하게 이용할 수 있도록 함</a:t>
            </a:r>
            <a:r>
              <a:rPr kumimoji="0" lang="en-US" altLang="ko-KR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ko-KR" altLang="ko-KR" sz="3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30" name="Picture 6" descr="물류 배송 AI 문서 작성 도입 효과 '작업량 80% 감소' - wishket">
            <a:extLst>
              <a:ext uri="{FF2B5EF4-FFF2-40B4-BE49-F238E27FC236}">
                <a16:creationId xmlns:a16="http://schemas.microsoft.com/office/drawing/2014/main" id="{5ADE59B1-43DB-2059-2C0B-06238C563B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6182" y="9573498"/>
            <a:ext cx="5859787" cy="276345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  <p:pic>
        <p:nvPicPr>
          <p:cNvPr id="1032" name="Picture 8" descr="스마트한 기업 법무 전략 - 법무관리 솔루션 로아이(Law.ai) | 기업법무관리 로아이 Law.ai">
            <a:extLst>
              <a:ext uri="{FF2B5EF4-FFF2-40B4-BE49-F238E27FC236}">
                <a16:creationId xmlns:a16="http://schemas.microsoft.com/office/drawing/2014/main" id="{191ACC11-E796-7CC9-BA3B-75A9969B30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3871" y="9674701"/>
            <a:ext cx="5859787" cy="25875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그림 8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872645B8-7EBC-0C2E-A5EC-07EDA3536AA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0381" y="13805069"/>
            <a:ext cx="4140000" cy="60084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 descr="텍스트, 스크린샷, 도표, 폰트이(가) 표시된 사진&#10;&#10;자동 생성된 설명">
            <a:extLst>
              <a:ext uri="{FF2B5EF4-FFF2-40B4-BE49-F238E27FC236}">
                <a16:creationId xmlns:a16="http://schemas.microsoft.com/office/drawing/2014/main" id="{55D859E0-7FF9-F976-C184-6D15C6FD0B8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7921" y="13790592"/>
            <a:ext cx="4140000" cy="60084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그림 14" descr="텍스트, 스크린샷, 번호, 폰트이(가) 표시된 사진&#10;&#10;자동 생성된 설명">
            <a:extLst>
              <a:ext uri="{FF2B5EF4-FFF2-40B4-BE49-F238E27FC236}">
                <a16:creationId xmlns:a16="http://schemas.microsoft.com/office/drawing/2014/main" id="{745EA2E4-16CA-6AA8-C5E4-D46A58E4574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8880" y="13795862"/>
            <a:ext cx="4140000" cy="60084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그림 16" descr="텍스트, 스크린샷이(가) 표시된 사진&#10;&#10;자동 생성된 설명">
            <a:extLst>
              <a:ext uri="{FF2B5EF4-FFF2-40B4-BE49-F238E27FC236}">
                <a16:creationId xmlns:a16="http://schemas.microsoft.com/office/drawing/2014/main" id="{8D5BF105-B81B-EF02-51AA-984A0F1C1BA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9839" y="13817089"/>
            <a:ext cx="4140000" cy="60084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00058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1067</TotalTime>
  <Words>150</Words>
  <Application>Microsoft Office PowerPoint</Application>
  <PresentationFormat>사용자 지정</PresentationFormat>
  <Paragraphs>26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Wingdings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황승희</dc:creator>
  <cp:lastModifiedBy>윤동희</cp:lastModifiedBy>
  <cp:revision>101</cp:revision>
  <cp:lastPrinted>2016-07-06T07:56:01Z</cp:lastPrinted>
  <dcterms:created xsi:type="dcterms:W3CDTF">2015-12-02T08:13:32Z</dcterms:created>
  <dcterms:modified xsi:type="dcterms:W3CDTF">2024-12-11T11:52:39Z</dcterms:modified>
</cp:coreProperties>
</file>